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59ce2e029a4f89" /><Relationship Type="http://schemas.openxmlformats.org/officeDocument/2006/relationships/extended-properties" Target="/docProps/app.xml" Id="Rcb46cfb110ee4df6" /><Relationship Type="http://schemas.openxmlformats.org/officeDocument/2006/relationships/officeDocument" Target="/ppt/presentation.xml" Id="Ra17a5c6ad3de47e7" /></Relationships>
</file>

<file path=ppt/presentation.xml><?xml version="1.0" encoding="utf-8"?>
<p:presentation xmlns:p="http://schemas.openxmlformats.org/presentationml/2006/main">
  <p:sldMasterIdLst>
    <p:sldMasterId xmlns:r="http://schemas.openxmlformats.org/officeDocument/2006/relationships" id="2147483648" r:id="Ra525d2a4b3964811"/>
  </p:sldMasterIdLst>
  <p:notesMasterIdLst>
    <p:notesMasterId xmlns:r="http://schemas.openxmlformats.org/officeDocument/2006/relationships" r:id="R7ec0693af0294fff"/>
  </p:notesMasterIdLst>
  <p:sldIdLst>
    <p:sldId xmlns:r="http://schemas.openxmlformats.org/officeDocument/2006/relationships" id="256" r:id="R07364a0cde7046b8"/>
    <p:sldId xmlns:r="http://schemas.openxmlformats.org/officeDocument/2006/relationships" id="257" r:id="Rea2d92c935404a98"/>
    <p:sldId xmlns:r="http://schemas.openxmlformats.org/officeDocument/2006/relationships" id="258" r:id="R7c6f33aad8144e89"/>
    <p:sldId xmlns:r="http://schemas.openxmlformats.org/officeDocument/2006/relationships" id="259" r:id="R4cafe66314784fb1"/>
    <p:sldId xmlns:r="http://schemas.openxmlformats.org/officeDocument/2006/relationships" id="260" r:id="R7580b4d56c7148d3"/>
    <p:sldId xmlns:r="http://schemas.openxmlformats.org/officeDocument/2006/relationships" id="261" r:id="R8f91498b4b934d5d"/>
    <p:sldId xmlns:r="http://schemas.openxmlformats.org/officeDocument/2006/relationships" id="262" r:id="R3695789deaab43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f86e85ef7a4da4" /><Relationship Type="http://schemas.openxmlformats.org/officeDocument/2006/relationships/slideMaster" Target="/ppt/slideMasters/slideMaster1.xml" Id="Ra525d2a4b3964811" /><Relationship Type="http://schemas.openxmlformats.org/officeDocument/2006/relationships/notesMaster" Target="/ppt/notesMasters/notesMaster1.xml" Id="R7ec0693af0294fff" /><Relationship Type="http://schemas.openxmlformats.org/officeDocument/2006/relationships/presProps" Target="/ppt/presProps.xml" Id="Rda7621c4c1964a37" /><Relationship Type="http://schemas.openxmlformats.org/officeDocument/2006/relationships/tableStyles" Target="/ppt/tableStyles.xml" Id="Rf3bb8e2e46eb4f07" /><Relationship Type="http://schemas.openxmlformats.org/officeDocument/2006/relationships/slide" Target="/ppt/slides/slide1.xml" Id="R07364a0cde7046b8" /><Relationship Type="http://schemas.openxmlformats.org/officeDocument/2006/relationships/slide" Target="/ppt/slides/slide2.xml" Id="Rea2d92c935404a98" /><Relationship Type="http://schemas.openxmlformats.org/officeDocument/2006/relationships/slide" Target="/ppt/slides/slide3.xml" Id="R7c6f33aad8144e89" /><Relationship Type="http://schemas.openxmlformats.org/officeDocument/2006/relationships/slide" Target="/ppt/slides/slide4.xml" Id="R4cafe66314784fb1" /><Relationship Type="http://schemas.openxmlformats.org/officeDocument/2006/relationships/slide" Target="/ppt/slides/slide5.xml" Id="R7580b4d56c7148d3" /><Relationship Type="http://schemas.openxmlformats.org/officeDocument/2006/relationships/slide" Target="/ppt/slides/slide6.xml" Id="R8f91498b4b934d5d" /><Relationship Type="http://schemas.openxmlformats.org/officeDocument/2006/relationships/slide" Target="/ppt/slides/slide7.xml" Id="R3695789deaab43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3f7ffaa6284a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986df214104ac8" /><Relationship Type="http://schemas.openxmlformats.org/officeDocument/2006/relationships/notesMaster" Target="/ppt/notesMasters/notesMaster1.xml" Id="Ra2d50be7024b40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a433f7897346fa" /><Relationship Type="http://schemas.openxmlformats.org/officeDocument/2006/relationships/notesMaster" Target="/ppt/notesMasters/notesMaster1.xml" Id="R21615754682b4c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f40173b8e64398" /><Relationship Type="http://schemas.openxmlformats.org/officeDocument/2006/relationships/notesMaster" Target="/ppt/notesMasters/notesMaster1.xml" Id="Rcc39513653db41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0532c870ab4ff6" /><Relationship Type="http://schemas.openxmlformats.org/officeDocument/2006/relationships/notesMaster" Target="/ppt/notesMasters/notesMaster1.xml" Id="R7c1f6a03e2d64d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c2de540b7d45e7" /><Relationship Type="http://schemas.openxmlformats.org/officeDocument/2006/relationships/notesMaster" Target="/ppt/notesMasters/notesMaster1.xml" Id="Rf4906da87b5047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8c354936fb4c94" /><Relationship Type="http://schemas.openxmlformats.org/officeDocument/2006/relationships/notesMaster" Target="/ppt/notesMasters/notesMaster1.xml" Id="Rc5f19cac65d341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0801e0d4044e81" /><Relationship Type="http://schemas.openxmlformats.org/officeDocument/2006/relationships/notesMaster" Target="/ppt/notesMasters/notesMaster1.xml" Id="R40dcac89dd114a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Moodle iCalendar содержит события и сроки. Он не подтверждает факт сдачи, оценку или оставшуюся трудоёмкость. Пользователь сообщает время на работу и доступные интервалы. Managed study Agent Engine имеет только инструменты чтения. Backend проверяет типизированный AdviceReply и текущие сохранённые пары, затем ConnectedPlans создаёт предложение. Явное согласие относится к plan_id и payload_hash. Backend вызывает отдельные приватные MCP apply_plan и verify_plan. Классы, Calendar и сессия проверяются на актуальность. Распознавание PDF/PNG/JPEG создаёт только черновик, видимые дни добавляются с удалением точных дублей, даты не выводятся по догадке. Студент подтверждает всю неделю и даты перед сохранением. Пары автоматически в Calendar не переносятся. Интеграция 22.10.2026: origin/main d8c6054 и UI 15bb5fd, рабочая ветка codex/site-integration-2026-10-22. Источник облачного read-only релиза: setup/PITCH-CLOUD-HANDOFF.md, source 1382f49aaba7c37c6571bbd8355349064e039012. Он фиксирует реальный вход, 15 Moodle-записей и вызовы read_assignments/read_schedule. Новые Calendar/OCR изменения локально проверены, их облачная приёмка ещё не завершена. Материалы не содержат личных данных или credentials. Локальный полный pytest: 2472 passed, 0 skipped, 171.44 s. После трёх небольших copy-правок прошли 27 целевых тестов. Отдельно recovery 347 и voice 53. Точный Cloud Build gate новой версии ожидается.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Один скриншот выбранного дня не описывает всю неделю. Повторный импорт не добавляет точные дубли. Даты действия вводит студент, если источник не содержит явного полного периода. OCR не сохраняет результат автоматически. Managed study Agent Engine имеет только инструменты чтения. Backend проверяет типизированный AdviceReply и текущие сохранённые пары, затем ConnectedPlans создаёт предложение. Явное согласие относится к plan_id и payload_hash. Backend вызывает отдельные приватные MCP apply_plan и verify_plan. Классы, Calendar и сессия проверяются на актуальность. Распознавание PDF/PNG/JPEG создаёт только черновик, видимые дни добавляются с удалением точных дублей, даты не выводятся по догадке. Студент подтверждает всю неделю и даты перед сохранением. Пары автоматически в Calendar не переносятся. Интеграция 22.10.2026: origin/main d8c6054 и UI 15bb5fd, рабочая ветка codex/site-integration-2026-10-22. Источник облачного read-only релиза: setup/PITCH-CLOUD-HANDOFF.md, source 1382f49aaba7c37c6571bbd8355349064e039012. Он фиксирует реальный вход, 15 Moodle-записей и вызовы read_assignments/read_schedule. Новые Calendar/OCR изменения локально проверены, их облачная приёмка ещё не завершена. Материалы не содержат личных данных или credentials. Локальный полный pytest: 2472 passed, 0 skipped, 171.44 s. После трёх небольших copy-правок прошли 27 целевых тестов. Отдельно recovery 347 и voice 53. Точный Cloud Build gate новой версии ожидается.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Основной интегрированный сценарий использует connected Calendar планы из чата. Это отдельный backend writer. Модель не вызывает запись. Старый recovery остаётся отдельным защищённым режимом и не выдаётся за текущий путь. Managed study Agent Engine имеет только инструменты чтения. Backend проверяет типизированный AdviceReply и текущие сохранённые пары, затем ConnectedPlans создаёт предложение. Явное согласие относится к plan_id и payload_hash. Backend вызывает отдельные приватные MCP apply_plan и verify_plan. Классы, Calendar и сессия проверяются на актуальность. Распознавание PDF/PNG/JPEG создаёт только черновик, видимые дни добавляются с удалением точных дублей, даты не выводятся по догадке. Студент подтверждает всю неделю и даты перед сохранением. Пары автоматически в Calendar не переносятся. Интеграция 22.10.2026: origin/main d8c6054 и UI 15bb5fd, рабочая ветка codex/site-integration-2026-10-22. Источник облачного read-only релиза: setup/PITCH-CLOUD-HANDOFF.md, source 1382f49aaba7c37c6571bbd8355349064e039012. Он фиксирует реальный вход, 15 Moodle-записей и вызовы read_assignments/read_schedule. Новые Calendar/OCR изменения локально проверены, их облачная приёмка ещё не завершена. Материалы не содержат личных данных или credentials. Локальный полный pytest: 2472 passed, 0 skipped, 171.44 s. После трёх небольших copy-правок прошли 27 целевых тестов. Отдельно recovery 347 и voice 53. Точный Cloud Build gate новой версии ожидается.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Верхняя линия показывает managed read-only study agent. Нижняя линия показывает действие backend после согласия владельца, а не инструменты модели. OCR использует отдельный ограниченный multimodal-вызов через делегат CalendarConversation, без инструментов и записи. Сохранение состояния выполняет backend в Firestore. Managed study Agent Engine имеет только инструменты чтения. Backend проверяет типизированный AdviceReply и текущие сохранённые пары, затем ConnectedPlans создаёт предложение. Явное согласие относится к plan_id и payload_hash. Backend вызывает отдельные приватные MCP apply_plan и verify_plan. Классы, Calendar и сессия проверяются на актуальность. Распознавание PDF/PNG/JPEG создаёт только черновик, видимые дни добавляются с удалением точных дублей, даты не выводятся по догадке. Студент подтверждает всю неделю и даты перед сохранением. Пары автоматически в Calendar не переносятся. Интеграция 22.10.2026: origin/main d8c6054 и UI 15bb5fd, рабочая ветка codex/site-integration-2026-10-22. Источник облачного read-only релиза: setup/PITCH-CLOUD-HANDOFF.md, source 1382f49aaba7c37c6571bbd8355349064e039012. Он фиксирует реальный вход, 15 Moodle-записей и вызовы read_assignments/read_schedule. Новые Calendar/OCR изменения локально проверены, их облачная приёмка ещё не завершена. Материалы не содержат личных данных или credentials. Локальный полный pytest: 2472 passed, 0 skipped, 171.44 s. После трёх небольших copy-правок прошли 27 целевых тестов. Отдельно recovery 347 и voice 53. Точный Cloud Build gate новой версии ожидается.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 Calling задаёт выбор структурированной функции для ADK-модели. MCP предоставляет приватный протокол инструментов. Writer имеет отдельную проверку владельца, живой сессии, Calendar-привязки, текущей базы пар и точного согласия. Текущий connected-сценарий не использует solve_repair как инструмент study-модели. Managed study Agent Engine имеет только инструменты чтения. Backend проверяет типизированный AdviceReply и текущие сохранённые пары, затем ConnectedPlans создаёт предложение. Явное согласие относится к plan_id и payload_hash. Backend вызывает отдельные приватные MCP apply_plan и verify_plan. Классы, Calendar и сессия проверяются на актуальность. Распознавание PDF/PNG/JPEG создаёт только черновик, видимые дни добавляются с удалением точных дублей, даты не выводятся по догадке. Студент подтверждает всю неделю и даты перед сохранением. Пары автоматически в Calendar не переносятся. Интеграция 22.10.2026: origin/main d8c6054 и UI 15bb5fd, рабочая ветка codex/site-integration-2026-10-22. Источник облачного read-only релиза: setup/PITCH-CLOUD-HANDOFF.md, source 1382f49aaba7c37c6571bbd8355349064e039012. Он фиксирует реальный вход, 15 Moodle-записей и вызовы read_assignments/read_schedule. Новые Calendar/OCR изменения локально проверены, их облачная приёмка ещё не завершена. Материалы не содержат личных данных или credentials. Локальный полный pytest: 2472 passed, 0 skipped, 171.44 s. После трёх небольших copy-правок прошли 27 целевых тестов. Отдельно recovery 347 и voice 53. Точный Cloud Build gate новой версии ожидается.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setup/PITCH-CLOUD-HANDOFF.md фиксирует успешный Cloud Build и реальный вход 22 октября для source 1382f49. В том релизе read_assignments вернул 15 записей. read_schedule сообщил not_connected, поэтому план корректно остался черновиком. Реальная запись Calendar и новый импорт файлов не входят в ту приёмку. Новые live результаты нужно сверять с итоговым rollout receipt. Managed study Agent Engine имеет только инструменты чтения. Backend проверяет типизированный AdviceReply и текущие сохранённые пары, затем ConnectedPlans создаёт предложение. Явное согласие относится к plan_id и payload_hash. Backend вызывает отдельные приватные MCP apply_plan и verify_plan. Классы, Calendar и сессия проверяются на актуальность. Распознавание PDF/PNG/JPEG создаёт только черновик, видимые дни добавляются с удалением точных дублей, даты не выводятся по догадке. Студент подтверждает всю неделю и даты перед сохранением. Пары автоматически в Calendar не переносятся. Интеграция 22.10.2026: origin/main d8c6054 и UI 15bb5fd, рабочая ветка codex/site-integration-2026-10-22. Источник облачного read-only релиза: setup/PITCH-CLOUD-HANDOFF.md, source 1382f49aaba7c37c6571bbd8355349064e039012. Он фиксирует реальный вход, 15 Moodle-записей и вызовы read_assignments/read_schedule. Новые Calendar/OCR изменения локально проверены, их облачная приёмка ещё не завершена. Материалы не содержат личных данных или credentials. Локальный полный pytest: 2472 passed, 0 skipped, 171.44 s. После трёх небольших copy-правок прошли 27 целевых тестов. Отдельно recovery 347 и voice 53. Точный Cloud Build gate новой версии ожидается.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Реальный настроенный Vertex Gemini через адаптер extract_classes распознал личный исходный скриншот: четыре пары понедельника 16:00–16:50, 17:00–17:50, 18:00–18:50, 19:00–19:50, даты null, другие дни не добавлены. Это вызов адаптера с пользовательскими gcloud credentials, не website HTTP и не статистическая оценка качества OCR. Исходник и приватный ответ в Git не включаются. Свежий connected_browser_fixture.py --check прошёл: один Engine invocation, один schedule import, одно Calendar-создание, apply и verify, повторный apply без второго создания. Часы 17.10.2026 21:00 Asia/Almaty. Отдельные evaluation receipts подтверждают 347 offline recovery и 53 voice loopback checks. Полный локальный pytest 2472 passed, 0 skipped за 171.44 s, после трёх copy-правок 27 целевых тестов прошли. Полный gate точной облачной сборки ещё ожидается. Managed study Agent Engine имеет только инструменты чтения. Backend проверяет типизированный AdviceReply и текущие сохранённые пары, затем ConnectedPlans создаёт предложение. Явное согласие относится к plan_id и payload_hash. Backend вызывает отдельные приватные MCP apply_plan и verify_plan. Классы, Calendar и сессия проверяются на актуальность. Распознавание PDF/PNG/JPEG создаёт только черновик, видимые дни добавляются с удалением точных дублей, даты не выводятся по догадке. Студент подтверждает всю неделю и даты перед сохранением. Пары автоматически в Calendar не переносятся. Интеграция 22.10.2026: origin/main d8c6054 и UI 15bb5fd, рабочая ветка codex/site-integration-2026-10-22. Источник облачного read-only релиза: setup/PITCH-CLOUD-HANDOFF.md, source 1382f49aaba7c37c6571bbd8355349064e039012. Он фиксирует реальный вход, 15 Moodle-записей и вызовы read_assignments/read_schedule. Новые Calendar/OCR изменения локально проверены, их облачная приёмка ещё не завершена. Материалы не содержат личных данных или credentials. Локальный полный pytest: 2472 passed, 0 skipped, 171.44 s. После трёх небольших copy-правок прошли 27 целевых тестов. Отдельно recovery 347 и voice 53. Точный Cloud Build gate новой версии ожидается.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3ea61d9de442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9d4427cdfb47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0442dbf52149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a476c759854c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9a1a5d46c543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59fe7a46814e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68120E-0BD1-4A64-BEDE-B1D8BAA11E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84BD6F-1962-4D96-95E9-C1C7F7F9E49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D05BA9-3F8D-4714-98FF-7C5B9AAE44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039CB2-CF3F-4FAE-B649-FEE9D2022F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76AAEA-D449-471B-AAC4-81E6F1DF45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323404-5F13-4AC5-89F1-A34B14D6CA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161F46-EF4E-49BB-9E6C-AD5A66BF9A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80EE35-9F35-4D27-8FBF-3F97F6B09D1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B61415-A9DB-41AC-BCA4-474665EDE3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0767F5-76F6-4D8F-81F1-475ADFD047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9526a6b82846eb" /><Relationship Type="http://schemas.openxmlformats.org/officeDocument/2006/relationships/slideLayout" Target="/ppt/slideLayouts/slideLayout1.xml" Id="Reeeb3c6e347f44f8" /><Relationship Type="http://schemas.openxmlformats.org/officeDocument/2006/relationships/slideLayout" Target="/ppt/slideLayouts/slideLayout2.xml" Id="Re32b0cd74b1a4720" /><Relationship Type="http://schemas.openxmlformats.org/officeDocument/2006/relationships/slideLayout" Target="/ppt/slideLayouts/slideLayout3.xml" Id="Rdff0d9a5e4d1435b" /><Relationship Type="http://schemas.openxmlformats.org/officeDocument/2006/relationships/slideLayout" Target="/ppt/slideLayouts/slideLayout4.xml" Id="R73a44de514a54168" /><Relationship Type="http://schemas.openxmlformats.org/officeDocument/2006/relationships/slideLayout" Target="/ppt/slideLayouts/slideLayout5.xml" Id="R61be9d6b81144e4f" /><Relationship Type="http://schemas.openxmlformats.org/officeDocument/2006/relationships/slideLayout" Target="/ppt/slideLayouts/slideLayout6.xml" Id="R28ce2ee54f0a47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eb3c6e347f44f8"/>
    <p:sldLayoutId xmlns:r="http://schemas.openxmlformats.org/officeDocument/2006/relationships" id="2147483650" r:id="Re32b0cd74b1a4720"/>
    <p:sldLayoutId xmlns:r="http://schemas.openxmlformats.org/officeDocument/2006/relationships" id="2147483651" r:id="Rdff0d9a5e4d1435b"/>
    <p:sldLayoutId xmlns:r="http://schemas.openxmlformats.org/officeDocument/2006/relationships" id="2147483652" r:id="R73a44de514a54168"/>
    <p:sldLayoutId xmlns:r="http://schemas.openxmlformats.org/officeDocument/2006/relationships" id="2147483653" r:id="R61be9d6b81144e4f"/>
    <p:sldLayoutId xmlns:r="http://schemas.openxmlformats.org/officeDocument/2006/relationships" id="2147483654" r:id="R28ce2ee54f0a47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9642b4e3d3404d" /><Relationship Type="http://schemas.openxmlformats.org/officeDocument/2006/relationships/notesSlide" Target="/ppt/notesSlides/notesSlide1.xml" Id="R4b161a33a2b34d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2255dea0404605" /><Relationship Type="http://schemas.openxmlformats.org/officeDocument/2006/relationships/notesSlide" Target="/ppt/notesSlides/notesSlide2.xml" Id="R08294b7ea05e44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d636674dea49f3" /><Relationship Type="http://schemas.openxmlformats.org/officeDocument/2006/relationships/notesSlide" Target="/ppt/notesSlides/notesSlide3.xml" Id="Rd99764197cf943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71df57271f425a" /><Relationship Type="http://schemas.openxmlformats.org/officeDocument/2006/relationships/notesSlide" Target="/ppt/notesSlides/notesSlide4.xml" Id="Re221d34f97d54a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0c281b444646b6" /><Relationship Type="http://schemas.openxmlformats.org/officeDocument/2006/relationships/notesSlide" Target="/ppt/notesSlides/notesSlide5.xml" Id="Ra7b685e6d17f49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784043d1764ae4" /><Relationship Type="http://schemas.openxmlformats.org/officeDocument/2006/relationships/notesSlide" Target="/ppt/notesSlides/notesSlide6.xml" Id="Rb544df071fda47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64a1ad7a51c42ec" /><Relationship Type="http://schemas.openxmlformats.org/officeDocument/2006/relationships/notesSlide" Target="/ppt/notesSlides/notesSlide7.xml" Id="R495170dd02664e04"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E143AF-90BB-4E4E-A9E9-91AE73B06E40}"/>
              </a:ext>
            </a:extLst>
          </p:cNvPr>
          <p:cNvSpPr>
            <a:spLocks xmlns:a="http://schemas.openxmlformats.org/drawingml/2006/main" noGrp="1"/>
          </p:cNvSpPr>
          <p:nvPr/>
        </p:nvSpPr>
        <p:spPr>
          <a:xfrm xmlns:a="http://schemas.openxmlformats.org/drawingml/2006/main">
            <a:off x="609600" y="342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4056BD"/>
                </a:solidFill>
                <a:latin typeface="Helvetica Neue"/>
                <a:ea typeface="Helvetica Neue"/>
                <a:cs typeface="Helvetica Neue"/>
              </a:defRPr>
            </a:defPPr>
            <a:lvl1pPr algn="l">
              <a:defRPr sz="1650" b="1">
                <a:solidFill>
                  <a:srgbClr val="4056BD"/>
                </a:solidFill>
                <a:latin typeface="Helvetica Neue"/>
                <a:ea typeface="Helvetica Neue"/>
                <a:cs typeface="Helvetica Neue"/>
              </a:defRPr>
            </a:lvl1pPr>
            <a:lvl2pPr algn="l">
              <a:defRPr sz="1650" b="1">
                <a:solidFill>
                  <a:srgbClr val="4056BD"/>
                </a:solidFill>
                <a:latin typeface="Helvetica Neue"/>
                <a:ea typeface="Helvetica Neue"/>
                <a:cs typeface="Helvetica Neue"/>
              </a:defRPr>
            </a:lvl2pPr>
            <a:lvl3pPr algn="l">
              <a:defRPr sz="1650" b="1">
                <a:solidFill>
                  <a:srgbClr val="4056BD"/>
                </a:solidFill>
                <a:latin typeface="Helvetica Neue"/>
                <a:ea typeface="Helvetica Neue"/>
                <a:cs typeface="Helvetica Neue"/>
              </a:defRPr>
            </a:lvl3pPr>
            <a:lvl4pPr algn="l">
              <a:defRPr sz="1650" b="1">
                <a:solidFill>
                  <a:srgbClr val="4056BD"/>
                </a:solidFill>
                <a:latin typeface="Helvetica Neue"/>
                <a:ea typeface="Helvetica Neue"/>
                <a:cs typeface="Helvetica Neue"/>
              </a:defRPr>
            </a:lvl4pPr>
            <a:lvl5pPr algn="l">
              <a:defRPr sz="1650" b="1">
                <a:solidFill>
                  <a:srgbClr val="4056BD"/>
                </a:solidFill>
                <a:latin typeface="Helvetica Neue"/>
                <a:ea typeface="Helvetica Neue"/>
                <a:cs typeface="Helvetica Neue"/>
              </a:defRPr>
            </a:lvl5pPr>
            <a:lvl6pPr algn="l">
              <a:defRPr sz="1650" b="1">
                <a:solidFill>
                  <a:srgbClr val="4056BD"/>
                </a:solidFill>
                <a:latin typeface="Helvetica Neue"/>
                <a:ea typeface="Helvetica Neue"/>
                <a:cs typeface="Helvetica Neue"/>
              </a:defRPr>
            </a:lvl6pPr>
            <a:lvl7pPr algn="l">
              <a:defRPr sz="1650" b="1">
                <a:solidFill>
                  <a:srgbClr val="4056BD"/>
                </a:solidFill>
                <a:latin typeface="Helvetica Neue"/>
                <a:ea typeface="Helvetica Neue"/>
                <a:cs typeface="Helvetica Neue"/>
              </a:defRPr>
            </a:lvl7pPr>
            <a:lvl8pPr algn="l">
              <a:defRPr sz="1650" b="1">
                <a:solidFill>
                  <a:srgbClr val="4056BD"/>
                </a:solidFill>
                <a:latin typeface="Helvetica Neue"/>
                <a:ea typeface="Helvetica Neue"/>
                <a:cs typeface="Helvetica Neue"/>
              </a:defRPr>
            </a:lvl8pPr>
            <a:lvl9pPr algn="l">
              <a:defRPr sz="1650" b="1">
                <a:solidFill>
                  <a:srgbClr val="4056BD"/>
                </a:solidFill>
                <a:latin typeface="Helvetica Neue"/>
                <a:ea typeface="Helvetica Neue"/>
                <a:cs typeface="Helvetica Neue"/>
              </a:defRPr>
            </a:lvl9pPr>
          </a:lstStyle>
          <a:p xmlns:a="http://schemas.openxmlformats.org/drawingml/2006/main">
            <a:pPr algn="l">
              <a:defRPr sz="1650" b="1">
                <a:solidFill>
                  <a:srgbClr val="4056BD"/>
                </a:solidFill>
                <a:latin typeface="Helvetica Neue"/>
                <a:ea typeface="Helvetica Neue"/>
                <a:cs typeface="Helvetica Neue"/>
              </a:defRPr>
            </a:pPr>
            <a:r>
              <a:rPr sz="1650" b="1">
                <a:solidFill>
                  <a:srgbClr val="4056BD"/>
                </a:solidFill>
                <a:latin typeface="Helvetica Neue"/>
                <a:ea typeface="Helvetica Neue"/>
                <a:cs typeface="Helvetica Neue"/>
              </a:rPr>
              <a:t>CampusPulse AI</a:t>
            </a:r>
          </a:p>
        </p:txBody>
      </p:sp>
      <p:sp>
        <p:nvSpPr>
          <p:cNvPr id="2" name="">
            <a:extLst xmlns:a="http://schemas.openxmlformats.org/drawingml/2006/main">
              <a:ext uri="{FF2B5EF4-FFF2-40B4-BE49-F238E27FC236}">
                <a16:creationId xmlns:a16="http://schemas.microsoft.com/office/drawing/2014/main" id="{FA9821E0-B1CB-4AA0-B1CA-87798BA52AAA}"/>
              </a:ext>
            </a:extLst>
          </p:cNvPr>
          <p:cNvSpPr>
            <a:spLocks xmlns:a="http://schemas.openxmlformats.org/drawingml/2006/main" noGrp="1"/>
          </p:cNvSpPr>
          <p:nvPr/>
        </p:nvSpPr>
        <p:spPr>
          <a:xfrm xmlns:a="http://schemas.openxmlformats.org/drawingml/2006/main">
            <a:off x="10820400" y="3429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86778"/>
                </a:solidFill>
                <a:latin typeface="Helvetica Neue"/>
                <a:ea typeface="Helvetica Neue"/>
                <a:cs typeface="Helvetica Neue"/>
              </a:defRPr>
            </a:defPPr>
            <a:lvl1pPr algn="r">
              <a:defRPr sz="1500" b="0">
                <a:solidFill>
                  <a:srgbClr val="586778"/>
                </a:solidFill>
                <a:latin typeface="Helvetica Neue"/>
                <a:ea typeface="Helvetica Neue"/>
                <a:cs typeface="Helvetica Neue"/>
              </a:defRPr>
            </a:lvl1pPr>
            <a:lvl2pPr algn="r">
              <a:defRPr sz="1500" b="0">
                <a:solidFill>
                  <a:srgbClr val="586778"/>
                </a:solidFill>
                <a:latin typeface="Helvetica Neue"/>
                <a:ea typeface="Helvetica Neue"/>
                <a:cs typeface="Helvetica Neue"/>
              </a:defRPr>
            </a:lvl2pPr>
            <a:lvl3pPr algn="r">
              <a:defRPr sz="1500" b="0">
                <a:solidFill>
                  <a:srgbClr val="586778"/>
                </a:solidFill>
                <a:latin typeface="Helvetica Neue"/>
                <a:ea typeface="Helvetica Neue"/>
                <a:cs typeface="Helvetica Neue"/>
              </a:defRPr>
            </a:lvl3pPr>
            <a:lvl4pPr algn="r">
              <a:defRPr sz="1500" b="0">
                <a:solidFill>
                  <a:srgbClr val="586778"/>
                </a:solidFill>
                <a:latin typeface="Helvetica Neue"/>
                <a:ea typeface="Helvetica Neue"/>
                <a:cs typeface="Helvetica Neue"/>
              </a:defRPr>
            </a:lvl4pPr>
            <a:lvl5pPr algn="r">
              <a:defRPr sz="1500" b="0">
                <a:solidFill>
                  <a:srgbClr val="586778"/>
                </a:solidFill>
                <a:latin typeface="Helvetica Neue"/>
                <a:ea typeface="Helvetica Neue"/>
                <a:cs typeface="Helvetica Neue"/>
              </a:defRPr>
            </a:lvl5pPr>
            <a:lvl6pPr algn="r">
              <a:defRPr sz="1500" b="0">
                <a:solidFill>
                  <a:srgbClr val="586778"/>
                </a:solidFill>
                <a:latin typeface="Helvetica Neue"/>
                <a:ea typeface="Helvetica Neue"/>
                <a:cs typeface="Helvetica Neue"/>
              </a:defRPr>
            </a:lvl6pPr>
            <a:lvl7pPr algn="r">
              <a:defRPr sz="1500" b="0">
                <a:solidFill>
                  <a:srgbClr val="586778"/>
                </a:solidFill>
                <a:latin typeface="Helvetica Neue"/>
                <a:ea typeface="Helvetica Neue"/>
                <a:cs typeface="Helvetica Neue"/>
              </a:defRPr>
            </a:lvl7pPr>
            <a:lvl8pPr algn="r">
              <a:defRPr sz="1500" b="0">
                <a:solidFill>
                  <a:srgbClr val="586778"/>
                </a:solidFill>
                <a:latin typeface="Helvetica Neue"/>
                <a:ea typeface="Helvetica Neue"/>
                <a:cs typeface="Helvetica Neue"/>
              </a:defRPr>
            </a:lvl8pPr>
            <a:lvl9pPr algn="r">
              <a:defRPr sz="1500" b="0">
                <a:solidFill>
                  <a:srgbClr val="586778"/>
                </a:solidFill>
                <a:latin typeface="Helvetica Neue"/>
                <a:ea typeface="Helvetica Neue"/>
                <a:cs typeface="Helvetica Neue"/>
              </a:defRPr>
            </a:lvl9pPr>
          </a:lstStyle>
          <a:p xmlns:a="http://schemas.openxmlformats.org/drawingml/2006/main">
            <a:pPr algn="r">
              <a:defRPr sz="1500" b="0">
                <a:solidFill>
                  <a:srgbClr val="586778"/>
                </a:solidFill>
                <a:latin typeface="Helvetica Neue"/>
                <a:ea typeface="Helvetica Neue"/>
                <a:cs typeface="Helvetica Neue"/>
              </a:defRPr>
            </a:pPr>
            <a:r>
              <a:rPr sz="1500" b="0">
                <a:solidFill>
                  <a:srgbClr val="586778"/>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6462C17-D206-4785-B23A-C00161C64850}"/>
              </a:ext>
            </a:extLst>
          </p:cNvPr>
          <p:cNvSpPr>
            <a:spLocks xmlns:a="http://schemas.openxmlformats.org/drawingml/2006/main" noGrp="1"/>
          </p:cNvSpPr>
          <p:nvPr/>
        </p:nvSpPr>
        <p:spPr>
          <a:xfrm xmlns:a="http://schemas.openxmlformats.org/drawingml/2006/main">
            <a:off x="609600" y="9525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238"/>
                </a:solidFill>
                <a:latin typeface="Helvetica Neue"/>
                <a:ea typeface="Helvetica Neue"/>
                <a:cs typeface="Helvetica Neue"/>
              </a:defRPr>
            </a:defPPr>
            <a:lvl1pPr algn="l">
              <a:defRPr sz="3450" b="1">
                <a:solidFill>
                  <a:srgbClr val="132238"/>
                </a:solidFill>
                <a:latin typeface="Helvetica Neue"/>
                <a:ea typeface="Helvetica Neue"/>
                <a:cs typeface="Helvetica Neue"/>
              </a:defRPr>
            </a:lvl1pPr>
            <a:lvl2pPr algn="l">
              <a:defRPr sz="3450" b="1">
                <a:solidFill>
                  <a:srgbClr val="132238"/>
                </a:solidFill>
                <a:latin typeface="Helvetica Neue"/>
                <a:ea typeface="Helvetica Neue"/>
                <a:cs typeface="Helvetica Neue"/>
              </a:defRPr>
            </a:lvl2pPr>
            <a:lvl3pPr algn="l">
              <a:defRPr sz="3450" b="1">
                <a:solidFill>
                  <a:srgbClr val="132238"/>
                </a:solidFill>
                <a:latin typeface="Helvetica Neue"/>
                <a:ea typeface="Helvetica Neue"/>
                <a:cs typeface="Helvetica Neue"/>
              </a:defRPr>
            </a:lvl3pPr>
            <a:lvl4pPr algn="l">
              <a:defRPr sz="3450" b="1">
                <a:solidFill>
                  <a:srgbClr val="132238"/>
                </a:solidFill>
                <a:latin typeface="Helvetica Neue"/>
                <a:ea typeface="Helvetica Neue"/>
                <a:cs typeface="Helvetica Neue"/>
              </a:defRPr>
            </a:lvl4pPr>
            <a:lvl5pPr algn="l">
              <a:defRPr sz="3450" b="1">
                <a:solidFill>
                  <a:srgbClr val="132238"/>
                </a:solidFill>
                <a:latin typeface="Helvetica Neue"/>
                <a:ea typeface="Helvetica Neue"/>
                <a:cs typeface="Helvetica Neue"/>
              </a:defRPr>
            </a:lvl5pPr>
            <a:lvl6pPr algn="l">
              <a:defRPr sz="3450" b="1">
                <a:solidFill>
                  <a:srgbClr val="132238"/>
                </a:solidFill>
                <a:latin typeface="Helvetica Neue"/>
                <a:ea typeface="Helvetica Neue"/>
                <a:cs typeface="Helvetica Neue"/>
              </a:defRPr>
            </a:lvl6pPr>
            <a:lvl7pPr algn="l">
              <a:defRPr sz="3450" b="1">
                <a:solidFill>
                  <a:srgbClr val="132238"/>
                </a:solidFill>
                <a:latin typeface="Helvetica Neue"/>
                <a:ea typeface="Helvetica Neue"/>
                <a:cs typeface="Helvetica Neue"/>
              </a:defRPr>
            </a:lvl7pPr>
            <a:lvl8pPr algn="l">
              <a:defRPr sz="3450" b="1">
                <a:solidFill>
                  <a:srgbClr val="132238"/>
                </a:solidFill>
                <a:latin typeface="Helvetica Neue"/>
                <a:ea typeface="Helvetica Neue"/>
                <a:cs typeface="Helvetica Neue"/>
              </a:defRPr>
            </a:lvl8pPr>
            <a:lvl9pPr algn="l">
              <a:defRPr sz="3450" b="1">
                <a:solidFill>
                  <a:srgbClr val="132238"/>
                </a:solidFill>
                <a:latin typeface="Helvetica Neue"/>
                <a:ea typeface="Helvetica Neue"/>
                <a:cs typeface="Helvetica Neue"/>
              </a:defRPr>
            </a:lvl9pPr>
          </a:lstStyle>
          <a:p xmlns:a="http://schemas.openxmlformats.org/drawingml/2006/main">
            <a:pPr algn="l">
              <a:defRPr sz="3450" b="1">
                <a:solidFill>
                  <a:srgbClr val="132238"/>
                </a:solidFill>
                <a:latin typeface="Helvetica Neue"/>
                <a:ea typeface="Helvetica Neue"/>
                <a:cs typeface="Helvetica Neue"/>
              </a:defRPr>
            </a:pPr>
            <a:r>
              <a:rPr sz="3450" b="1">
                <a:solidFill>
                  <a:srgbClr val="132238"/>
                </a:solidFill>
                <a:latin typeface="Helvetica Neue"/>
                <a:ea typeface="Helvetica Neue"/>
                <a:cs typeface="Helvetica Neue"/>
              </a:rPr>
              <a:t>Дедлайны Moodle и время студента</a:t>
            </a:r>
          </a:p>
        </p:txBody>
      </p:sp>
      <p:sp>
        <p:nvSpPr>
          <p:cNvPr id="4" name="">
            <a:extLst xmlns:a="http://schemas.openxmlformats.org/drawingml/2006/main">
              <a:ext uri="{FF2B5EF4-FFF2-40B4-BE49-F238E27FC236}">
                <a16:creationId xmlns:a16="http://schemas.microsoft.com/office/drawing/2014/main" id="{22FF0281-0584-431D-BEDC-3C5C926987BB}"/>
              </a:ext>
            </a:extLst>
          </p:cNvPr>
          <p:cNvSpPr>
            <a:spLocks xmlns:a="http://schemas.openxmlformats.org/drawingml/2006/main" noGrp="1"/>
          </p:cNvSpPr>
          <p:nvPr/>
        </p:nvSpPr>
        <p:spPr>
          <a:xfrm xmlns:a="http://schemas.openxmlformats.org/drawingml/2006/main">
            <a:off x="609600" y="2038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Сценарий: несколько работ на одной неделе, пары и другие обязательства</a:t>
            </a:r>
          </a:p>
        </p:txBody>
      </p:sp>
      <p:sp>
        <p:nvSpPr>
          <p:cNvPr id="5" name="">
            <a:extLst xmlns:a="http://schemas.openxmlformats.org/drawingml/2006/main">
              <a:ext uri="{FF2B5EF4-FFF2-40B4-BE49-F238E27FC236}">
                <a16:creationId xmlns:a16="http://schemas.microsoft.com/office/drawing/2014/main" id="{15603487-46BA-47E0-8831-EC0EDF1E2E4B}"/>
              </a:ext>
            </a:extLst>
          </p:cNvPr>
          <p:cNvSpPr>
            <a:spLocks xmlns:a="http://schemas.openxmlformats.org/drawingml/2006/main" noGrp="1"/>
          </p:cNvSpPr>
          <p:nvPr/>
        </p:nvSpPr>
        <p:spPr>
          <a:xfrm xmlns:a="http://schemas.openxmlformats.org/drawingml/2006/main">
            <a:off x="609600" y="6305550"/>
            <a:ext cx="10972800" cy="0"/>
          </a:xfrm>
          <a:prstGeom xmlns:a="http://schemas.openxmlformats.org/drawingml/2006/main" prst="line">
            <a:avLst/>
          </a:prstGeom>
          <a:noFill xmlns:a="http://schemas.openxmlformats.org/drawingml/2006/main"/>
          <a:ln xmlns:a="http://schemas.openxmlformats.org/drawingml/2006/main" w="9525">
            <a:solidFill>
              <a:srgbClr val="CED7DC"/>
            </a:solidFill>
          </a:ln>
        </p:spPr>
      </p:sp>
      <p:sp>
        <p:nvSpPr>
          <p:cNvPr id="6" name="">
            <a:extLst xmlns:a="http://schemas.openxmlformats.org/drawingml/2006/main">
              <a:ext uri="{FF2B5EF4-FFF2-40B4-BE49-F238E27FC236}">
                <a16:creationId xmlns:a16="http://schemas.microsoft.com/office/drawing/2014/main" id="{E0C33046-2CA2-4804-8595-EFAD8690AB10}"/>
              </a:ext>
            </a:extLst>
          </p:cNvPr>
          <p:cNvSpPr>
            <a:spLocks xmlns:a="http://schemas.openxmlformats.org/drawingml/2006/main" noGrp="1"/>
          </p:cNvSpPr>
          <p:nvPr/>
        </p:nvSpPr>
        <p:spPr>
          <a:xfrm xmlns:a="http://schemas.openxmlformats.org/drawingml/2006/main">
            <a:off x="60960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86778"/>
                </a:solidFill>
                <a:latin typeface="Helvetica Neue"/>
                <a:ea typeface="Helvetica Neue"/>
                <a:cs typeface="Helvetica Neue"/>
              </a:defRPr>
            </a:defPPr>
            <a:lvl1pPr algn="l">
              <a:defRPr sz="1275" b="0">
                <a:solidFill>
                  <a:srgbClr val="586778"/>
                </a:solidFill>
                <a:latin typeface="Helvetica Neue"/>
                <a:ea typeface="Helvetica Neue"/>
                <a:cs typeface="Helvetica Neue"/>
              </a:defRPr>
            </a:lvl1pPr>
            <a:lvl2pPr algn="l">
              <a:defRPr sz="1275" b="0">
                <a:solidFill>
                  <a:srgbClr val="586778"/>
                </a:solidFill>
                <a:latin typeface="Helvetica Neue"/>
                <a:ea typeface="Helvetica Neue"/>
                <a:cs typeface="Helvetica Neue"/>
              </a:defRPr>
            </a:lvl2pPr>
            <a:lvl3pPr algn="l">
              <a:defRPr sz="1275" b="0">
                <a:solidFill>
                  <a:srgbClr val="586778"/>
                </a:solidFill>
                <a:latin typeface="Helvetica Neue"/>
                <a:ea typeface="Helvetica Neue"/>
                <a:cs typeface="Helvetica Neue"/>
              </a:defRPr>
            </a:lvl3pPr>
            <a:lvl4pPr algn="l">
              <a:defRPr sz="1275" b="0">
                <a:solidFill>
                  <a:srgbClr val="586778"/>
                </a:solidFill>
                <a:latin typeface="Helvetica Neue"/>
                <a:ea typeface="Helvetica Neue"/>
                <a:cs typeface="Helvetica Neue"/>
              </a:defRPr>
            </a:lvl4pPr>
            <a:lvl5pPr algn="l">
              <a:defRPr sz="1275" b="0">
                <a:solidFill>
                  <a:srgbClr val="586778"/>
                </a:solidFill>
                <a:latin typeface="Helvetica Neue"/>
                <a:ea typeface="Helvetica Neue"/>
                <a:cs typeface="Helvetica Neue"/>
              </a:defRPr>
            </a:lvl5pPr>
            <a:lvl6pPr algn="l">
              <a:defRPr sz="1275" b="0">
                <a:solidFill>
                  <a:srgbClr val="586778"/>
                </a:solidFill>
                <a:latin typeface="Helvetica Neue"/>
                <a:ea typeface="Helvetica Neue"/>
                <a:cs typeface="Helvetica Neue"/>
              </a:defRPr>
            </a:lvl6pPr>
            <a:lvl7pPr algn="l">
              <a:defRPr sz="1275" b="0">
                <a:solidFill>
                  <a:srgbClr val="586778"/>
                </a:solidFill>
                <a:latin typeface="Helvetica Neue"/>
                <a:ea typeface="Helvetica Neue"/>
                <a:cs typeface="Helvetica Neue"/>
              </a:defRPr>
            </a:lvl7pPr>
            <a:lvl8pPr algn="l">
              <a:defRPr sz="1275" b="0">
                <a:solidFill>
                  <a:srgbClr val="586778"/>
                </a:solidFill>
                <a:latin typeface="Helvetica Neue"/>
                <a:ea typeface="Helvetica Neue"/>
                <a:cs typeface="Helvetica Neue"/>
              </a:defRPr>
            </a:lvl8pPr>
            <a:lvl9pPr algn="l">
              <a:defRPr sz="1275" b="0">
                <a:solidFill>
                  <a:srgbClr val="586778"/>
                </a:solidFill>
                <a:latin typeface="Helvetica Neue"/>
                <a:ea typeface="Helvetica Neue"/>
                <a:cs typeface="Helvetica Neue"/>
              </a:defRPr>
            </a:lvl9pPr>
          </a:lstStyle>
          <a:p xmlns:a="http://schemas.openxmlformats.org/drawingml/2006/main">
            <a:pPr algn="l">
              <a:defRPr sz="1275" b="0">
                <a:solidFill>
                  <a:srgbClr val="586778"/>
                </a:solidFill>
                <a:latin typeface="Helvetica Neue"/>
                <a:ea typeface="Helvetica Neue"/>
                <a:cs typeface="Helvetica Neue"/>
              </a:defRPr>
            </a:pPr>
            <a:r>
              <a:rPr sz="1275" b="0">
                <a:solidFill>
                  <a:srgbClr val="586778"/>
                </a:solidFill>
                <a:latin typeface="Helvetica Neue"/>
                <a:ea typeface="Helvetica Neue"/>
                <a:cs typeface="Helvetica Neue"/>
              </a:rPr>
              <a:t>Защита проекта, 22 октября 2026</a:t>
            </a:r>
          </a:p>
        </p:txBody>
      </p:sp>
      <p:sp>
        <p:nvSpPr>
          <p:cNvPr id="7" name="">
            <a:extLst xmlns:a="http://schemas.openxmlformats.org/drawingml/2006/main">
              <a:ext uri="{FF2B5EF4-FFF2-40B4-BE49-F238E27FC236}">
                <a16:creationId xmlns:a16="http://schemas.microsoft.com/office/drawing/2014/main" id="{64E23572-1CDC-40A9-89C2-A4798EF2835B}"/>
              </a:ext>
            </a:extLst>
          </p:cNvPr>
          <p:cNvSpPr>
            <a:spLocks xmlns:a="http://schemas.openxmlformats.org/drawingml/2006/main" noGrp="1"/>
          </p:cNvSpPr>
          <p:nvPr/>
        </p:nvSpPr>
        <p:spPr>
          <a:xfrm xmlns:a="http://schemas.openxmlformats.org/drawingml/2006/main">
            <a:off x="609600" y="2905125"/>
            <a:ext cx="6381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4056BD"/>
                </a:solidFill>
                <a:latin typeface="Helvetica Neue"/>
                <a:ea typeface="Helvetica Neue"/>
                <a:cs typeface="Helvetica Neue"/>
              </a:defRPr>
            </a:defPPr>
            <a:lvl1pPr algn="l">
              <a:defRPr sz="4125" b="1">
                <a:solidFill>
                  <a:srgbClr val="4056BD"/>
                </a:solidFill>
                <a:latin typeface="Helvetica Neue"/>
                <a:ea typeface="Helvetica Neue"/>
                <a:cs typeface="Helvetica Neue"/>
              </a:defRPr>
            </a:lvl1pPr>
            <a:lvl2pPr algn="l">
              <a:defRPr sz="4125" b="1">
                <a:solidFill>
                  <a:srgbClr val="4056BD"/>
                </a:solidFill>
                <a:latin typeface="Helvetica Neue"/>
                <a:ea typeface="Helvetica Neue"/>
                <a:cs typeface="Helvetica Neue"/>
              </a:defRPr>
            </a:lvl2pPr>
            <a:lvl3pPr algn="l">
              <a:defRPr sz="4125" b="1">
                <a:solidFill>
                  <a:srgbClr val="4056BD"/>
                </a:solidFill>
                <a:latin typeface="Helvetica Neue"/>
                <a:ea typeface="Helvetica Neue"/>
                <a:cs typeface="Helvetica Neue"/>
              </a:defRPr>
            </a:lvl3pPr>
            <a:lvl4pPr algn="l">
              <a:defRPr sz="4125" b="1">
                <a:solidFill>
                  <a:srgbClr val="4056BD"/>
                </a:solidFill>
                <a:latin typeface="Helvetica Neue"/>
                <a:ea typeface="Helvetica Neue"/>
                <a:cs typeface="Helvetica Neue"/>
              </a:defRPr>
            </a:lvl4pPr>
            <a:lvl5pPr algn="l">
              <a:defRPr sz="4125" b="1">
                <a:solidFill>
                  <a:srgbClr val="4056BD"/>
                </a:solidFill>
                <a:latin typeface="Helvetica Neue"/>
                <a:ea typeface="Helvetica Neue"/>
                <a:cs typeface="Helvetica Neue"/>
              </a:defRPr>
            </a:lvl5pPr>
            <a:lvl6pPr algn="l">
              <a:defRPr sz="4125" b="1">
                <a:solidFill>
                  <a:srgbClr val="4056BD"/>
                </a:solidFill>
                <a:latin typeface="Helvetica Neue"/>
                <a:ea typeface="Helvetica Neue"/>
                <a:cs typeface="Helvetica Neue"/>
              </a:defRPr>
            </a:lvl6pPr>
            <a:lvl7pPr algn="l">
              <a:defRPr sz="4125" b="1">
                <a:solidFill>
                  <a:srgbClr val="4056BD"/>
                </a:solidFill>
                <a:latin typeface="Helvetica Neue"/>
                <a:ea typeface="Helvetica Neue"/>
                <a:cs typeface="Helvetica Neue"/>
              </a:defRPr>
            </a:lvl7pPr>
            <a:lvl8pPr algn="l">
              <a:defRPr sz="4125" b="1">
                <a:solidFill>
                  <a:srgbClr val="4056BD"/>
                </a:solidFill>
                <a:latin typeface="Helvetica Neue"/>
                <a:ea typeface="Helvetica Neue"/>
                <a:cs typeface="Helvetica Neue"/>
              </a:defRPr>
            </a:lvl8pPr>
            <a:lvl9pPr algn="l">
              <a:defRPr sz="4125" b="1">
                <a:solidFill>
                  <a:srgbClr val="4056BD"/>
                </a:solidFill>
                <a:latin typeface="Helvetica Neue"/>
                <a:ea typeface="Helvetica Neue"/>
                <a:cs typeface="Helvetica Neue"/>
              </a:defRPr>
            </a:lvl9pPr>
          </a:lstStyle>
          <a:p xmlns:a="http://schemas.openxmlformats.org/drawingml/2006/main">
            <a:pPr algn="l">
              <a:defRPr sz="4125" b="1">
                <a:solidFill>
                  <a:srgbClr val="4056BD"/>
                </a:solidFill>
                <a:latin typeface="Helvetica Neue"/>
                <a:ea typeface="Helvetica Neue"/>
                <a:cs typeface="Helvetica Neue"/>
              </a:defRPr>
            </a:pPr>
            <a:r>
              <a:rPr sz="4125" b="1">
                <a:solidFill>
                  <a:srgbClr val="4056BD"/>
                </a:solidFill>
                <a:latin typeface="Helvetica Neue"/>
                <a:ea typeface="Helvetica Neue"/>
                <a:cs typeface="Helvetica Neue"/>
              </a:rPr>
              <a:t>«С чего начать</a:t>
            </a:r>
          </a:p>
          <a:p xmlns:a="http://schemas.openxmlformats.org/drawingml/2006/main">
            <a:pPr algn="l">
              <a:defRPr sz="4125" b="1">
                <a:solidFill>
                  <a:srgbClr val="4056BD"/>
                </a:solidFill>
                <a:latin typeface="Helvetica Neue"/>
                <a:ea typeface="Helvetica Neue"/>
                <a:cs typeface="Helvetica Neue"/>
              </a:defRPr>
            </a:pPr>
            <a:r>
              <a:rPr sz="4125" b="1">
                <a:solidFill>
                  <a:srgbClr val="4056BD"/>
                </a:solidFill>
                <a:latin typeface="Helvetica Neue"/>
                <a:ea typeface="Helvetica Neue"/>
                <a:cs typeface="Helvetica Neue"/>
              </a:rPr>
              <a:t>и когда заниматься?»</a:t>
            </a:r>
          </a:p>
        </p:txBody>
      </p:sp>
      <p:sp>
        <p:nvSpPr>
          <p:cNvPr id="8" name="">
            <a:extLst xmlns:a="http://schemas.openxmlformats.org/drawingml/2006/main">
              <a:ext uri="{FF2B5EF4-FFF2-40B4-BE49-F238E27FC236}">
                <a16:creationId xmlns:a16="http://schemas.microsoft.com/office/drawing/2014/main" id="{5E07A651-54A7-4D85-ACB1-D4167A24EDA9}"/>
              </a:ext>
            </a:extLst>
          </p:cNvPr>
          <p:cNvSpPr>
            <a:spLocks xmlns:a="http://schemas.openxmlformats.org/drawingml/2006/main" noGrp="1"/>
          </p:cNvSpPr>
          <p:nvPr/>
        </p:nvSpPr>
        <p:spPr>
          <a:xfrm xmlns:a="http://schemas.openxmlformats.org/drawingml/2006/main">
            <a:off x="7734300" y="2857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238"/>
                </a:solidFill>
                <a:latin typeface="Helvetica Neue"/>
                <a:ea typeface="Helvetica Neue"/>
                <a:cs typeface="Helvetica Neue"/>
              </a:defRPr>
            </a:defPPr>
            <a:lvl1pPr algn="l">
              <a:defRPr sz="2025" b="1">
                <a:solidFill>
                  <a:srgbClr val="132238"/>
                </a:solidFill>
                <a:latin typeface="Helvetica Neue"/>
                <a:ea typeface="Helvetica Neue"/>
                <a:cs typeface="Helvetica Neue"/>
              </a:defRPr>
            </a:lvl1pPr>
            <a:lvl2pPr algn="l">
              <a:defRPr sz="2025" b="1">
                <a:solidFill>
                  <a:srgbClr val="132238"/>
                </a:solidFill>
                <a:latin typeface="Helvetica Neue"/>
                <a:ea typeface="Helvetica Neue"/>
                <a:cs typeface="Helvetica Neue"/>
              </a:defRPr>
            </a:lvl2pPr>
            <a:lvl3pPr algn="l">
              <a:defRPr sz="2025" b="1">
                <a:solidFill>
                  <a:srgbClr val="132238"/>
                </a:solidFill>
                <a:latin typeface="Helvetica Neue"/>
                <a:ea typeface="Helvetica Neue"/>
                <a:cs typeface="Helvetica Neue"/>
              </a:defRPr>
            </a:lvl3pPr>
            <a:lvl4pPr algn="l">
              <a:defRPr sz="2025" b="1">
                <a:solidFill>
                  <a:srgbClr val="132238"/>
                </a:solidFill>
                <a:latin typeface="Helvetica Neue"/>
                <a:ea typeface="Helvetica Neue"/>
                <a:cs typeface="Helvetica Neue"/>
              </a:defRPr>
            </a:lvl4pPr>
            <a:lvl5pPr algn="l">
              <a:defRPr sz="2025" b="1">
                <a:solidFill>
                  <a:srgbClr val="132238"/>
                </a:solidFill>
                <a:latin typeface="Helvetica Neue"/>
                <a:ea typeface="Helvetica Neue"/>
                <a:cs typeface="Helvetica Neue"/>
              </a:defRPr>
            </a:lvl5pPr>
            <a:lvl6pPr algn="l">
              <a:defRPr sz="2025" b="1">
                <a:solidFill>
                  <a:srgbClr val="132238"/>
                </a:solidFill>
                <a:latin typeface="Helvetica Neue"/>
                <a:ea typeface="Helvetica Neue"/>
                <a:cs typeface="Helvetica Neue"/>
              </a:defRPr>
            </a:lvl6pPr>
            <a:lvl7pPr algn="l">
              <a:defRPr sz="2025" b="1">
                <a:solidFill>
                  <a:srgbClr val="132238"/>
                </a:solidFill>
                <a:latin typeface="Helvetica Neue"/>
                <a:ea typeface="Helvetica Neue"/>
                <a:cs typeface="Helvetica Neue"/>
              </a:defRPr>
            </a:lvl7pPr>
            <a:lvl8pPr algn="l">
              <a:defRPr sz="2025" b="1">
                <a:solidFill>
                  <a:srgbClr val="132238"/>
                </a:solidFill>
                <a:latin typeface="Helvetica Neue"/>
                <a:ea typeface="Helvetica Neue"/>
                <a:cs typeface="Helvetica Neue"/>
              </a:defRPr>
            </a:lvl8pPr>
            <a:lvl9pPr algn="l">
              <a:defRPr sz="2025" b="1">
                <a:solidFill>
                  <a:srgbClr val="132238"/>
                </a:solidFill>
                <a:latin typeface="Helvetica Neue"/>
                <a:ea typeface="Helvetica Neue"/>
                <a:cs typeface="Helvetica Neue"/>
              </a:defRPr>
            </a:lvl9pPr>
          </a:lstStyle>
          <a:p xmlns:a="http://schemas.openxmlformats.org/drawingml/2006/main">
            <a:pPr algn="l">
              <a:defRPr sz="2025" b="1">
                <a:solidFill>
                  <a:srgbClr val="132238"/>
                </a:solidFill>
                <a:latin typeface="Helvetica Neue"/>
                <a:ea typeface="Helvetica Neue"/>
                <a:cs typeface="Helvetica Neue"/>
              </a:defRPr>
            </a:pPr>
            <a:r>
              <a:rPr sz="2025" b="1">
                <a:solidFill>
                  <a:srgbClr val="132238"/>
                </a:solidFill>
                <a:latin typeface="Helvetica Neue"/>
                <a:ea typeface="Helvetica Neue"/>
                <a:cs typeface="Helvetica Neue"/>
              </a:rPr>
              <a:t>Сроки уже есть в Moodle</a:t>
            </a:r>
          </a:p>
        </p:txBody>
      </p:sp>
      <p:sp>
        <p:nvSpPr>
          <p:cNvPr id="9" name="">
            <a:extLst xmlns:a="http://schemas.openxmlformats.org/drawingml/2006/main">
              <a:ext uri="{FF2B5EF4-FFF2-40B4-BE49-F238E27FC236}">
                <a16:creationId xmlns:a16="http://schemas.microsoft.com/office/drawing/2014/main" id="{3B90E17A-280A-4EBB-9923-C24F381D30CC}"/>
              </a:ext>
            </a:extLst>
          </p:cNvPr>
          <p:cNvSpPr>
            <a:spLocks xmlns:a="http://schemas.openxmlformats.org/drawingml/2006/main" noGrp="1"/>
          </p:cNvSpPr>
          <p:nvPr/>
        </p:nvSpPr>
        <p:spPr>
          <a:xfrm xmlns:a="http://schemas.openxmlformats.org/drawingml/2006/main">
            <a:off x="7734300" y="3524250"/>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86778"/>
                </a:solidFill>
                <a:latin typeface="Helvetica Neue"/>
                <a:ea typeface="Helvetica Neue"/>
                <a:cs typeface="Helvetica Neue"/>
              </a:defRPr>
            </a:defPPr>
            <a:lvl1pPr algn="l">
              <a:defRPr sz="2100" b="0">
                <a:solidFill>
                  <a:srgbClr val="586778"/>
                </a:solidFill>
                <a:latin typeface="Helvetica Neue"/>
                <a:ea typeface="Helvetica Neue"/>
                <a:cs typeface="Helvetica Neue"/>
              </a:defRPr>
            </a:lvl1pPr>
            <a:lvl2pPr algn="l">
              <a:defRPr sz="2100" b="0">
                <a:solidFill>
                  <a:srgbClr val="586778"/>
                </a:solidFill>
                <a:latin typeface="Helvetica Neue"/>
                <a:ea typeface="Helvetica Neue"/>
                <a:cs typeface="Helvetica Neue"/>
              </a:defRPr>
            </a:lvl2pPr>
            <a:lvl3pPr algn="l">
              <a:defRPr sz="2100" b="0">
                <a:solidFill>
                  <a:srgbClr val="586778"/>
                </a:solidFill>
                <a:latin typeface="Helvetica Neue"/>
                <a:ea typeface="Helvetica Neue"/>
                <a:cs typeface="Helvetica Neue"/>
              </a:defRPr>
            </a:lvl3pPr>
            <a:lvl4pPr algn="l">
              <a:defRPr sz="2100" b="0">
                <a:solidFill>
                  <a:srgbClr val="586778"/>
                </a:solidFill>
                <a:latin typeface="Helvetica Neue"/>
                <a:ea typeface="Helvetica Neue"/>
                <a:cs typeface="Helvetica Neue"/>
              </a:defRPr>
            </a:lvl4pPr>
            <a:lvl5pPr algn="l">
              <a:defRPr sz="2100" b="0">
                <a:solidFill>
                  <a:srgbClr val="586778"/>
                </a:solidFill>
                <a:latin typeface="Helvetica Neue"/>
                <a:ea typeface="Helvetica Neue"/>
                <a:cs typeface="Helvetica Neue"/>
              </a:defRPr>
            </a:lvl5pPr>
            <a:lvl6pPr algn="l">
              <a:defRPr sz="2100" b="0">
                <a:solidFill>
                  <a:srgbClr val="586778"/>
                </a:solidFill>
                <a:latin typeface="Helvetica Neue"/>
                <a:ea typeface="Helvetica Neue"/>
                <a:cs typeface="Helvetica Neue"/>
              </a:defRPr>
            </a:lvl6pPr>
            <a:lvl7pPr algn="l">
              <a:defRPr sz="2100" b="0">
                <a:solidFill>
                  <a:srgbClr val="586778"/>
                </a:solidFill>
                <a:latin typeface="Helvetica Neue"/>
                <a:ea typeface="Helvetica Neue"/>
                <a:cs typeface="Helvetica Neue"/>
              </a:defRPr>
            </a:lvl7pPr>
            <a:lvl8pPr algn="l">
              <a:defRPr sz="2100" b="0">
                <a:solidFill>
                  <a:srgbClr val="586778"/>
                </a:solidFill>
                <a:latin typeface="Helvetica Neue"/>
                <a:ea typeface="Helvetica Neue"/>
                <a:cs typeface="Helvetica Neue"/>
              </a:defRPr>
            </a:lvl8pPr>
            <a:lvl9pPr algn="l">
              <a:defRPr sz="2100" b="0">
                <a:solidFill>
                  <a:srgbClr val="586778"/>
                </a:solidFill>
                <a:latin typeface="Helvetica Neue"/>
                <a:ea typeface="Helvetica Neue"/>
                <a:cs typeface="Helvetica Neue"/>
              </a:defRPr>
            </a:lvl9pPr>
          </a:lstStyle>
          <a:p xmlns:a="http://schemas.openxmlformats.org/drawingml/2006/main">
            <a:pPr algn="l">
              <a:defRPr sz="2100" b="0">
                <a:solidFill>
                  <a:srgbClr val="586778"/>
                </a:solidFill>
                <a:latin typeface="Helvetica Neue"/>
                <a:ea typeface="Helvetica Neue"/>
                <a:cs typeface="Helvetica Neue"/>
              </a:defRPr>
            </a:pPr>
            <a:r>
              <a:rPr sz="2100" b="0">
                <a:solidFill>
                  <a:srgbClr val="586778"/>
                </a:solidFill>
                <a:latin typeface="Helvetica Neue"/>
                <a:ea typeface="Helvetica Neue"/>
                <a:cs typeface="Helvetica Neue"/>
              </a:rPr>
              <a:t>Для плана ещё нужны</a:t>
            </a:r>
          </a:p>
          <a:p xmlns:a="http://schemas.openxmlformats.org/drawingml/2006/main">
            <a:pPr algn="l">
              <a:defRPr sz="2100" b="0">
                <a:solidFill>
                  <a:srgbClr val="586778"/>
                </a:solidFill>
                <a:latin typeface="Helvetica Neue"/>
                <a:ea typeface="Helvetica Neue"/>
                <a:cs typeface="Helvetica Neue"/>
              </a:defRPr>
            </a:pPr>
            <a:r>
              <a:rPr sz="2100" b="0">
                <a:solidFill>
                  <a:srgbClr val="586778"/>
                </a:solidFill>
                <a:latin typeface="Helvetica Neue"/>
                <a:ea typeface="Helvetica Neue"/>
                <a:cs typeface="Helvetica Neue"/>
              </a:rPr>
              <a:t>время на задания</a:t>
            </a:r>
          </a:p>
          <a:p xmlns:a="http://schemas.openxmlformats.org/drawingml/2006/main">
            <a:pPr algn="l">
              <a:defRPr sz="2100" b="0">
                <a:solidFill>
                  <a:srgbClr val="586778"/>
                </a:solidFill>
                <a:latin typeface="Helvetica Neue"/>
                <a:ea typeface="Helvetica Neue"/>
                <a:cs typeface="Helvetica Neue"/>
              </a:defRPr>
            </a:pPr>
            <a:r>
              <a:rPr sz="2100" b="0">
                <a:solidFill>
                  <a:srgbClr val="586778"/>
                </a:solidFill>
                <a:latin typeface="Helvetica Neue"/>
                <a:ea typeface="Helvetica Neue"/>
                <a:cs typeface="Helvetica Neue"/>
              </a:rPr>
              <a:t>и свободные интервалы.</a:t>
            </a:r>
          </a:p>
        </p:txBody>
      </p:sp>
      <p:sp>
        <p:nvSpPr>
          <p:cNvPr id="10" name="">
            <a:extLst xmlns:a="http://schemas.openxmlformats.org/drawingml/2006/main">
              <a:ext uri="{FF2B5EF4-FFF2-40B4-BE49-F238E27FC236}">
                <a16:creationId xmlns:a16="http://schemas.microsoft.com/office/drawing/2014/main" id="{98184B9C-D5AD-492F-991E-85E4A7FE1182}"/>
              </a:ext>
            </a:extLst>
          </p:cNvPr>
          <p:cNvSpPr>
            <a:spLocks xmlns:a="http://schemas.openxmlformats.org/drawingml/2006/main" noGrp="1"/>
          </p:cNvSpPr>
          <p:nvPr/>
        </p:nvSpPr>
        <p:spPr>
          <a:xfrm xmlns:a="http://schemas.openxmlformats.org/drawingml/2006/main">
            <a:off x="609600" y="5505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238"/>
                </a:solidFill>
                <a:latin typeface="Helvetica Neue"/>
                <a:ea typeface="Helvetica Neue"/>
                <a:cs typeface="Helvetica Neue"/>
              </a:defRPr>
            </a:defPPr>
            <a:lvl1pPr algn="l">
              <a:defRPr sz="2175" b="1">
                <a:solidFill>
                  <a:srgbClr val="132238"/>
                </a:solidFill>
                <a:latin typeface="Helvetica Neue"/>
                <a:ea typeface="Helvetica Neue"/>
                <a:cs typeface="Helvetica Neue"/>
              </a:defRPr>
            </a:lvl1pPr>
            <a:lvl2pPr algn="l">
              <a:defRPr sz="2175" b="1">
                <a:solidFill>
                  <a:srgbClr val="132238"/>
                </a:solidFill>
                <a:latin typeface="Helvetica Neue"/>
                <a:ea typeface="Helvetica Neue"/>
                <a:cs typeface="Helvetica Neue"/>
              </a:defRPr>
            </a:lvl2pPr>
            <a:lvl3pPr algn="l">
              <a:defRPr sz="2175" b="1">
                <a:solidFill>
                  <a:srgbClr val="132238"/>
                </a:solidFill>
                <a:latin typeface="Helvetica Neue"/>
                <a:ea typeface="Helvetica Neue"/>
                <a:cs typeface="Helvetica Neue"/>
              </a:defRPr>
            </a:lvl3pPr>
            <a:lvl4pPr algn="l">
              <a:defRPr sz="2175" b="1">
                <a:solidFill>
                  <a:srgbClr val="132238"/>
                </a:solidFill>
                <a:latin typeface="Helvetica Neue"/>
                <a:ea typeface="Helvetica Neue"/>
                <a:cs typeface="Helvetica Neue"/>
              </a:defRPr>
            </a:lvl4pPr>
            <a:lvl5pPr algn="l">
              <a:defRPr sz="2175" b="1">
                <a:solidFill>
                  <a:srgbClr val="132238"/>
                </a:solidFill>
                <a:latin typeface="Helvetica Neue"/>
                <a:ea typeface="Helvetica Neue"/>
                <a:cs typeface="Helvetica Neue"/>
              </a:defRPr>
            </a:lvl5pPr>
            <a:lvl6pPr algn="l">
              <a:defRPr sz="2175" b="1">
                <a:solidFill>
                  <a:srgbClr val="132238"/>
                </a:solidFill>
                <a:latin typeface="Helvetica Neue"/>
                <a:ea typeface="Helvetica Neue"/>
                <a:cs typeface="Helvetica Neue"/>
              </a:defRPr>
            </a:lvl6pPr>
            <a:lvl7pPr algn="l">
              <a:defRPr sz="2175" b="1">
                <a:solidFill>
                  <a:srgbClr val="132238"/>
                </a:solidFill>
                <a:latin typeface="Helvetica Neue"/>
                <a:ea typeface="Helvetica Neue"/>
                <a:cs typeface="Helvetica Neue"/>
              </a:defRPr>
            </a:lvl7pPr>
            <a:lvl8pPr algn="l">
              <a:defRPr sz="2175" b="1">
                <a:solidFill>
                  <a:srgbClr val="132238"/>
                </a:solidFill>
                <a:latin typeface="Helvetica Neue"/>
                <a:ea typeface="Helvetica Neue"/>
                <a:cs typeface="Helvetica Neue"/>
              </a:defRPr>
            </a:lvl8pPr>
            <a:lvl9pPr algn="l">
              <a:defRPr sz="2175" b="1">
                <a:solidFill>
                  <a:srgbClr val="132238"/>
                </a:solidFill>
                <a:latin typeface="Helvetica Neue"/>
                <a:ea typeface="Helvetica Neue"/>
                <a:cs typeface="Helvetica Neue"/>
              </a:defRPr>
            </a:lvl9pPr>
          </a:lstStyle>
          <a:p xmlns:a="http://schemas.openxmlformats.org/drawingml/2006/main">
            <a:pPr algn="l">
              <a:defRPr sz="2175" b="1">
                <a:solidFill>
                  <a:srgbClr val="132238"/>
                </a:solidFill>
                <a:latin typeface="Helvetica Neue"/>
                <a:ea typeface="Helvetica Neue"/>
                <a:cs typeface="Helvetica Neue"/>
              </a:defRPr>
            </a:pPr>
            <a:r>
              <a:rPr sz="2175" b="1">
                <a:solidFill>
                  <a:srgbClr val="132238"/>
                </a:solidFill>
                <a:latin typeface="Helvetica Neue"/>
                <a:ea typeface="Helvetica Neue"/>
                <a:cs typeface="Helvetica Neue"/>
              </a:rPr>
              <a:t>Задача проекта: помочь составить выполнимый учебный план.</a:t>
            </a:r>
          </a:p>
        </p:txBody>
      </p:sp>
    </p:spTree>
    <p:extLst>
      <p:ext uri="{BB962C8B-B14F-4D97-AF65-F5344CB8AC3E}">
        <p14:creationId xmlns:p14="http://schemas.microsoft.com/office/powerpoint/2010/main" val="31885417"/>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018B31-332D-4850-A03B-B2054165D960}"/>
              </a:ext>
            </a:extLst>
          </p:cNvPr>
          <p:cNvSpPr>
            <a:spLocks xmlns:a="http://schemas.openxmlformats.org/drawingml/2006/main" noGrp="1"/>
          </p:cNvSpPr>
          <p:nvPr/>
        </p:nvSpPr>
        <p:spPr>
          <a:xfrm xmlns:a="http://schemas.openxmlformats.org/drawingml/2006/main">
            <a:off x="609600" y="342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4056BD"/>
                </a:solidFill>
                <a:latin typeface="Helvetica Neue"/>
                <a:ea typeface="Helvetica Neue"/>
                <a:cs typeface="Helvetica Neue"/>
              </a:defRPr>
            </a:defPPr>
            <a:lvl1pPr algn="l">
              <a:defRPr sz="1650" b="1">
                <a:solidFill>
                  <a:srgbClr val="4056BD"/>
                </a:solidFill>
                <a:latin typeface="Helvetica Neue"/>
                <a:ea typeface="Helvetica Neue"/>
                <a:cs typeface="Helvetica Neue"/>
              </a:defRPr>
            </a:lvl1pPr>
            <a:lvl2pPr algn="l">
              <a:defRPr sz="1650" b="1">
                <a:solidFill>
                  <a:srgbClr val="4056BD"/>
                </a:solidFill>
                <a:latin typeface="Helvetica Neue"/>
                <a:ea typeface="Helvetica Neue"/>
                <a:cs typeface="Helvetica Neue"/>
              </a:defRPr>
            </a:lvl2pPr>
            <a:lvl3pPr algn="l">
              <a:defRPr sz="1650" b="1">
                <a:solidFill>
                  <a:srgbClr val="4056BD"/>
                </a:solidFill>
                <a:latin typeface="Helvetica Neue"/>
                <a:ea typeface="Helvetica Neue"/>
                <a:cs typeface="Helvetica Neue"/>
              </a:defRPr>
            </a:lvl3pPr>
            <a:lvl4pPr algn="l">
              <a:defRPr sz="1650" b="1">
                <a:solidFill>
                  <a:srgbClr val="4056BD"/>
                </a:solidFill>
                <a:latin typeface="Helvetica Neue"/>
                <a:ea typeface="Helvetica Neue"/>
                <a:cs typeface="Helvetica Neue"/>
              </a:defRPr>
            </a:lvl4pPr>
            <a:lvl5pPr algn="l">
              <a:defRPr sz="1650" b="1">
                <a:solidFill>
                  <a:srgbClr val="4056BD"/>
                </a:solidFill>
                <a:latin typeface="Helvetica Neue"/>
                <a:ea typeface="Helvetica Neue"/>
                <a:cs typeface="Helvetica Neue"/>
              </a:defRPr>
            </a:lvl5pPr>
            <a:lvl6pPr algn="l">
              <a:defRPr sz="1650" b="1">
                <a:solidFill>
                  <a:srgbClr val="4056BD"/>
                </a:solidFill>
                <a:latin typeface="Helvetica Neue"/>
                <a:ea typeface="Helvetica Neue"/>
                <a:cs typeface="Helvetica Neue"/>
              </a:defRPr>
            </a:lvl6pPr>
            <a:lvl7pPr algn="l">
              <a:defRPr sz="1650" b="1">
                <a:solidFill>
                  <a:srgbClr val="4056BD"/>
                </a:solidFill>
                <a:latin typeface="Helvetica Neue"/>
                <a:ea typeface="Helvetica Neue"/>
                <a:cs typeface="Helvetica Neue"/>
              </a:defRPr>
            </a:lvl7pPr>
            <a:lvl8pPr algn="l">
              <a:defRPr sz="1650" b="1">
                <a:solidFill>
                  <a:srgbClr val="4056BD"/>
                </a:solidFill>
                <a:latin typeface="Helvetica Neue"/>
                <a:ea typeface="Helvetica Neue"/>
                <a:cs typeface="Helvetica Neue"/>
              </a:defRPr>
            </a:lvl8pPr>
            <a:lvl9pPr algn="l">
              <a:defRPr sz="1650" b="1">
                <a:solidFill>
                  <a:srgbClr val="4056BD"/>
                </a:solidFill>
                <a:latin typeface="Helvetica Neue"/>
                <a:ea typeface="Helvetica Neue"/>
                <a:cs typeface="Helvetica Neue"/>
              </a:defRPr>
            </a:lvl9pPr>
          </a:lstStyle>
          <a:p xmlns:a="http://schemas.openxmlformats.org/drawingml/2006/main">
            <a:pPr algn="l">
              <a:defRPr sz="1650" b="1">
                <a:solidFill>
                  <a:srgbClr val="4056BD"/>
                </a:solidFill>
                <a:latin typeface="Helvetica Neue"/>
                <a:ea typeface="Helvetica Neue"/>
                <a:cs typeface="Helvetica Neue"/>
              </a:defRPr>
            </a:pPr>
            <a:r>
              <a:rPr sz="1650" b="1">
                <a:solidFill>
                  <a:srgbClr val="4056BD"/>
                </a:solidFill>
                <a:latin typeface="Helvetica Neue"/>
                <a:ea typeface="Helvetica Neue"/>
                <a:cs typeface="Helvetica Neue"/>
              </a:rPr>
              <a:t>CampusPulse AI</a:t>
            </a:r>
          </a:p>
        </p:txBody>
      </p:sp>
      <p:sp>
        <p:nvSpPr>
          <p:cNvPr id="2" name="">
            <a:extLst xmlns:a="http://schemas.openxmlformats.org/drawingml/2006/main">
              <a:ext uri="{FF2B5EF4-FFF2-40B4-BE49-F238E27FC236}">
                <a16:creationId xmlns:a16="http://schemas.microsoft.com/office/drawing/2014/main" id="{711AC234-1976-4C6C-BC9A-7FB981106443}"/>
              </a:ext>
            </a:extLst>
          </p:cNvPr>
          <p:cNvSpPr>
            <a:spLocks xmlns:a="http://schemas.openxmlformats.org/drawingml/2006/main" noGrp="1"/>
          </p:cNvSpPr>
          <p:nvPr/>
        </p:nvSpPr>
        <p:spPr>
          <a:xfrm xmlns:a="http://schemas.openxmlformats.org/drawingml/2006/main">
            <a:off x="10820400" y="3429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86778"/>
                </a:solidFill>
                <a:latin typeface="Helvetica Neue"/>
                <a:ea typeface="Helvetica Neue"/>
                <a:cs typeface="Helvetica Neue"/>
              </a:defRPr>
            </a:defPPr>
            <a:lvl1pPr algn="r">
              <a:defRPr sz="1500" b="0">
                <a:solidFill>
                  <a:srgbClr val="586778"/>
                </a:solidFill>
                <a:latin typeface="Helvetica Neue"/>
                <a:ea typeface="Helvetica Neue"/>
                <a:cs typeface="Helvetica Neue"/>
              </a:defRPr>
            </a:lvl1pPr>
            <a:lvl2pPr algn="r">
              <a:defRPr sz="1500" b="0">
                <a:solidFill>
                  <a:srgbClr val="586778"/>
                </a:solidFill>
                <a:latin typeface="Helvetica Neue"/>
                <a:ea typeface="Helvetica Neue"/>
                <a:cs typeface="Helvetica Neue"/>
              </a:defRPr>
            </a:lvl2pPr>
            <a:lvl3pPr algn="r">
              <a:defRPr sz="1500" b="0">
                <a:solidFill>
                  <a:srgbClr val="586778"/>
                </a:solidFill>
                <a:latin typeface="Helvetica Neue"/>
                <a:ea typeface="Helvetica Neue"/>
                <a:cs typeface="Helvetica Neue"/>
              </a:defRPr>
            </a:lvl3pPr>
            <a:lvl4pPr algn="r">
              <a:defRPr sz="1500" b="0">
                <a:solidFill>
                  <a:srgbClr val="586778"/>
                </a:solidFill>
                <a:latin typeface="Helvetica Neue"/>
                <a:ea typeface="Helvetica Neue"/>
                <a:cs typeface="Helvetica Neue"/>
              </a:defRPr>
            </a:lvl4pPr>
            <a:lvl5pPr algn="r">
              <a:defRPr sz="1500" b="0">
                <a:solidFill>
                  <a:srgbClr val="586778"/>
                </a:solidFill>
                <a:latin typeface="Helvetica Neue"/>
                <a:ea typeface="Helvetica Neue"/>
                <a:cs typeface="Helvetica Neue"/>
              </a:defRPr>
            </a:lvl5pPr>
            <a:lvl6pPr algn="r">
              <a:defRPr sz="1500" b="0">
                <a:solidFill>
                  <a:srgbClr val="586778"/>
                </a:solidFill>
                <a:latin typeface="Helvetica Neue"/>
                <a:ea typeface="Helvetica Neue"/>
                <a:cs typeface="Helvetica Neue"/>
              </a:defRPr>
            </a:lvl6pPr>
            <a:lvl7pPr algn="r">
              <a:defRPr sz="1500" b="0">
                <a:solidFill>
                  <a:srgbClr val="586778"/>
                </a:solidFill>
                <a:latin typeface="Helvetica Neue"/>
                <a:ea typeface="Helvetica Neue"/>
                <a:cs typeface="Helvetica Neue"/>
              </a:defRPr>
            </a:lvl7pPr>
            <a:lvl8pPr algn="r">
              <a:defRPr sz="1500" b="0">
                <a:solidFill>
                  <a:srgbClr val="586778"/>
                </a:solidFill>
                <a:latin typeface="Helvetica Neue"/>
                <a:ea typeface="Helvetica Neue"/>
                <a:cs typeface="Helvetica Neue"/>
              </a:defRPr>
            </a:lvl8pPr>
            <a:lvl9pPr algn="r">
              <a:defRPr sz="1500" b="0">
                <a:solidFill>
                  <a:srgbClr val="586778"/>
                </a:solidFill>
                <a:latin typeface="Helvetica Neue"/>
                <a:ea typeface="Helvetica Neue"/>
                <a:cs typeface="Helvetica Neue"/>
              </a:defRPr>
            </a:lvl9pPr>
          </a:lstStyle>
          <a:p xmlns:a="http://schemas.openxmlformats.org/drawingml/2006/main">
            <a:pPr algn="r">
              <a:defRPr sz="1500" b="0">
                <a:solidFill>
                  <a:srgbClr val="586778"/>
                </a:solidFill>
                <a:latin typeface="Helvetica Neue"/>
                <a:ea typeface="Helvetica Neue"/>
                <a:cs typeface="Helvetica Neue"/>
              </a:defRPr>
            </a:pPr>
            <a:r>
              <a:rPr sz="1500" b="0">
                <a:solidFill>
                  <a:srgbClr val="586778"/>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1CABE8E2-7F14-4E8F-BFDC-058DCE2D0A78}"/>
              </a:ext>
            </a:extLst>
          </p:cNvPr>
          <p:cNvSpPr>
            <a:spLocks xmlns:a="http://schemas.openxmlformats.org/drawingml/2006/main" noGrp="1"/>
          </p:cNvSpPr>
          <p:nvPr/>
        </p:nvSpPr>
        <p:spPr>
          <a:xfrm xmlns:a="http://schemas.openxmlformats.org/drawingml/2006/main">
            <a:off x="609600" y="9525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238"/>
                </a:solidFill>
                <a:latin typeface="Helvetica Neue"/>
                <a:ea typeface="Helvetica Neue"/>
                <a:cs typeface="Helvetica Neue"/>
              </a:defRPr>
            </a:defPPr>
            <a:lvl1pPr algn="l">
              <a:defRPr sz="3450" b="1">
                <a:solidFill>
                  <a:srgbClr val="132238"/>
                </a:solidFill>
                <a:latin typeface="Helvetica Neue"/>
                <a:ea typeface="Helvetica Neue"/>
                <a:cs typeface="Helvetica Neue"/>
              </a:defRPr>
            </a:lvl1pPr>
            <a:lvl2pPr algn="l">
              <a:defRPr sz="3450" b="1">
                <a:solidFill>
                  <a:srgbClr val="132238"/>
                </a:solidFill>
                <a:latin typeface="Helvetica Neue"/>
                <a:ea typeface="Helvetica Neue"/>
                <a:cs typeface="Helvetica Neue"/>
              </a:defRPr>
            </a:lvl2pPr>
            <a:lvl3pPr algn="l">
              <a:defRPr sz="3450" b="1">
                <a:solidFill>
                  <a:srgbClr val="132238"/>
                </a:solidFill>
                <a:latin typeface="Helvetica Neue"/>
                <a:ea typeface="Helvetica Neue"/>
                <a:cs typeface="Helvetica Neue"/>
              </a:defRPr>
            </a:lvl3pPr>
            <a:lvl4pPr algn="l">
              <a:defRPr sz="3450" b="1">
                <a:solidFill>
                  <a:srgbClr val="132238"/>
                </a:solidFill>
                <a:latin typeface="Helvetica Neue"/>
                <a:ea typeface="Helvetica Neue"/>
                <a:cs typeface="Helvetica Neue"/>
              </a:defRPr>
            </a:lvl4pPr>
            <a:lvl5pPr algn="l">
              <a:defRPr sz="3450" b="1">
                <a:solidFill>
                  <a:srgbClr val="132238"/>
                </a:solidFill>
                <a:latin typeface="Helvetica Neue"/>
                <a:ea typeface="Helvetica Neue"/>
                <a:cs typeface="Helvetica Neue"/>
              </a:defRPr>
            </a:lvl5pPr>
            <a:lvl6pPr algn="l">
              <a:defRPr sz="3450" b="1">
                <a:solidFill>
                  <a:srgbClr val="132238"/>
                </a:solidFill>
                <a:latin typeface="Helvetica Neue"/>
                <a:ea typeface="Helvetica Neue"/>
                <a:cs typeface="Helvetica Neue"/>
              </a:defRPr>
            </a:lvl6pPr>
            <a:lvl7pPr algn="l">
              <a:defRPr sz="3450" b="1">
                <a:solidFill>
                  <a:srgbClr val="132238"/>
                </a:solidFill>
                <a:latin typeface="Helvetica Neue"/>
                <a:ea typeface="Helvetica Neue"/>
                <a:cs typeface="Helvetica Neue"/>
              </a:defRPr>
            </a:lvl7pPr>
            <a:lvl8pPr algn="l">
              <a:defRPr sz="3450" b="1">
                <a:solidFill>
                  <a:srgbClr val="132238"/>
                </a:solidFill>
                <a:latin typeface="Helvetica Neue"/>
                <a:ea typeface="Helvetica Neue"/>
                <a:cs typeface="Helvetica Neue"/>
              </a:defRPr>
            </a:lvl8pPr>
            <a:lvl9pPr algn="l">
              <a:defRPr sz="3450" b="1">
                <a:solidFill>
                  <a:srgbClr val="132238"/>
                </a:solidFill>
                <a:latin typeface="Helvetica Neue"/>
                <a:ea typeface="Helvetica Neue"/>
                <a:cs typeface="Helvetica Neue"/>
              </a:defRPr>
            </a:lvl9pPr>
          </a:lstStyle>
          <a:p xmlns:a="http://schemas.openxmlformats.org/drawingml/2006/main">
            <a:pPr algn="l">
              <a:defRPr sz="3450" b="1">
                <a:solidFill>
                  <a:srgbClr val="132238"/>
                </a:solidFill>
                <a:latin typeface="Helvetica Neue"/>
                <a:ea typeface="Helvetica Neue"/>
                <a:cs typeface="Helvetica Neue"/>
              </a:defRPr>
            </a:pPr>
            <a:r>
              <a:rPr sz="3450" b="1">
                <a:solidFill>
                  <a:srgbClr val="132238"/>
                </a:solidFill>
                <a:latin typeface="Helvetica Neue"/>
                <a:ea typeface="Helvetica Neue"/>
                <a:cs typeface="Helvetica Neue"/>
              </a:rPr>
              <a:t>Что делает CampusPulse AI</a:t>
            </a:r>
          </a:p>
        </p:txBody>
      </p:sp>
      <p:sp>
        <p:nvSpPr>
          <p:cNvPr id="4" name="">
            <a:extLst xmlns:a="http://schemas.openxmlformats.org/drawingml/2006/main">
              <a:ext uri="{FF2B5EF4-FFF2-40B4-BE49-F238E27FC236}">
                <a16:creationId xmlns:a16="http://schemas.microsoft.com/office/drawing/2014/main" id="{97BEE111-1AA6-4726-B5B3-9BEE56A937CA}"/>
              </a:ext>
            </a:extLst>
          </p:cNvPr>
          <p:cNvSpPr>
            <a:spLocks xmlns:a="http://schemas.openxmlformats.org/drawingml/2006/main" noGrp="1"/>
          </p:cNvSpPr>
          <p:nvPr/>
        </p:nvSpPr>
        <p:spPr>
          <a:xfrm xmlns:a="http://schemas.openxmlformats.org/drawingml/2006/main">
            <a:off x="609600" y="2038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Дедлайны, сохранённые пары и планирование в одном приложении</a:t>
            </a:r>
          </a:p>
        </p:txBody>
      </p:sp>
      <p:sp>
        <p:nvSpPr>
          <p:cNvPr id="5" name="">
            <a:extLst xmlns:a="http://schemas.openxmlformats.org/drawingml/2006/main">
              <a:ext uri="{FF2B5EF4-FFF2-40B4-BE49-F238E27FC236}">
                <a16:creationId xmlns:a16="http://schemas.microsoft.com/office/drawing/2014/main" id="{1D6653E7-341D-41F3-A9FA-4E54D46DDE3E}"/>
              </a:ext>
            </a:extLst>
          </p:cNvPr>
          <p:cNvSpPr>
            <a:spLocks xmlns:a="http://schemas.openxmlformats.org/drawingml/2006/main" noGrp="1"/>
          </p:cNvSpPr>
          <p:nvPr/>
        </p:nvSpPr>
        <p:spPr>
          <a:xfrm xmlns:a="http://schemas.openxmlformats.org/drawingml/2006/main">
            <a:off x="609600" y="6305550"/>
            <a:ext cx="10972800" cy="0"/>
          </a:xfrm>
          <a:prstGeom xmlns:a="http://schemas.openxmlformats.org/drawingml/2006/main" prst="line">
            <a:avLst/>
          </a:prstGeom>
          <a:noFill xmlns:a="http://schemas.openxmlformats.org/drawingml/2006/main"/>
          <a:ln xmlns:a="http://schemas.openxmlformats.org/drawingml/2006/main" w="9525">
            <a:solidFill>
              <a:srgbClr val="CED7DC"/>
            </a:solidFill>
          </a:ln>
        </p:spPr>
      </p:sp>
      <p:sp>
        <p:nvSpPr>
          <p:cNvPr id="6" name="">
            <a:extLst xmlns:a="http://schemas.openxmlformats.org/drawingml/2006/main">
              <a:ext uri="{FF2B5EF4-FFF2-40B4-BE49-F238E27FC236}">
                <a16:creationId xmlns:a16="http://schemas.microsoft.com/office/drawing/2014/main" id="{78AF98A4-19A4-4B6D-B30C-B3E3BE4F7B7D}"/>
              </a:ext>
            </a:extLst>
          </p:cNvPr>
          <p:cNvSpPr>
            <a:spLocks xmlns:a="http://schemas.openxmlformats.org/drawingml/2006/main" noGrp="1"/>
          </p:cNvSpPr>
          <p:nvPr/>
        </p:nvSpPr>
        <p:spPr>
          <a:xfrm xmlns:a="http://schemas.openxmlformats.org/drawingml/2006/main">
            <a:off x="60960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86778"/>
                </a:solidFill>
                <a:latin typeface="Helvetica Neue"/>
                <a:ea typeface="Helvetica Neue"/>
                <a:cs typeface="Helvetica Neue"/>
              </a:defRPr>
            </a:defPPr>
            <a:lvl1pPr algn="l">
              <a:defRPr sz="1275" b="0">
                <a:solidFill>
                  <a:srgbClr val="586778"/>
                </a:solidFill>
                <a:latin typeface="Helvetica Neue"/>
                <a:ea typeface="Helvetica Neue"/>
                <a:cs typeface="Helvetica Neue"/>
              </a:defRPr>
            </a:lvl1pPr>
            <a:lvl2pPr algn="l">
              <a:defRPr sz="1275" b="0">
                <a:solidFill>
                  <a:srgbClr val="586778"/>
                </a:solidFill>
                <a:latin typeface="Helvetica Neue"/>
                <a:ea typeface="Helvetica Neue"/>
                <a:cs typeface="Helvetica Neue"/>
              </a:defRPr>
            </a:lvl2pPr>
            <a:lvl3pPr algn="l">
              <a:defRPr sz="1275" b="0">
                <a:solidFill>
                  <a:srgbClr val="586778"/>
                </a:solidFill>
                <a:latin typeface="Helvetica Neue"/>
                <a:ea typeface="Helvetica Neue"/>
                <a:cs typeface="Helvetica Neue"/>
              </a:defRPr>
            </a:lvl3pPr>
            <a:lvl4pPr algn="l">
              <a:defRPr sz="1275" b="0">
                <a:solidFill>
                  <a:srgbClr val="586778"/>
                </a:solidFill>
                <a:latin typeface="Helvetica Neue"/>
                <a:ea typeface="Helvetica Neue"/>
                <a:cs typeface="Helvetica Neue"/>
              </a:defRPr>
            </a:lvl4pPr>
            <a:lvl5pPr algn="l">
              <a:defRPr sz="1275" b="0">
                <a:solidFill>
                  <a:srgbClr val="586778"/>
                </a:solidFill>
                <a:latin typeface="Helvetica Neue"/>
                <a:ea typeface="Helvetica Neue"/>
                <a:cs typeface="Helvetica Neue"/>
              </a:defRPr>
            </a:lvl5pPr>
            <a:lvl6pPr algn="l">
              <a:defRPr sz="1275" b="0">
                <a:solidFill>
                  <a:srgbClr val="586778"/>
                </a:solidFill>
                <a:latin typeface="Helvetica Neue"/>
                <a:ea typeface="Helvetica Neue"/>
                <a:cs typeface="Helvetica Neue"/>
              </a:defRPr>
            </a:lvl6pPr>
            <a:lvl7pPr algn="l">
              <a:defRPr sz="1275" b="0">
                <a:solidFill>
                  <a:srgbClr val="586778"/>
                </a:solidFill>
                <a:latin typeface="Helvetica Neue"/>
                <a:ea typeface="Helvetica Neue"/>
                <a:cs typeface="Helvetica Neue"/>
              </a:defRPr>
            </a:lvl7pPr>
            <a:lvl8pPr algn="l">
              <a:defRPr sz="1275" b="0">
                <a:solidFill>
                  <a:srgbClr val="586778"/>
                </a:solidFill>
                <a:latin typeface="Helvetica Neue"/>
                <a:ea typeface="Helvetica Neue"/>
                <a:cs typeface="Helvetica Neue"/>
              </a:defRPr>
            </a:lvl8pPr>
            <a:lvl9pPr algn="l">
              <a:defRPr sz="1275" b="0">
                <a:solidFill>
                  <a:srgbClr val="586778"/>
                </a:solidFill>
                <a:latin typeface="Helvetica Neue"/>
                <a:ea typeface="Helvetica Neue"/>
                <a:cs typeface="Helvetica Neue"/>
              </a:defRPr>
            </a:lvl9pPr>
          </a:lstStyle>
          <a:p xmlns:a="http://schemas.openxmlformats.org/drawingml/2006/main">
            <a:pPr algn="l">
              <a:defRPr sz="1275" b="0">
                <a:solidFill>
                  <a:srgbClr val="586778"/>
                </a:solidFill>
                <a:latin typeface="Helvetica Neue"/>
                <a:ea typeface="Helvetica Neue"/>
                <a:cs typeface="Helvetica Neue"/>
              </a:defRPr>
            </a:pPr>
            <a:r>
              <a:rPr sz="1275" b="0">
                <a:solidFill>
                  <a:srgbClr val="586778"/>
                </a:solidFill>
                <a:latin typeface="Helvetica Neue"/>
                <a:ea typeface="Helvetica Neue"/>
                <a:cs typeface="Helvetica Neue"/>
              </a:rPr>
              <a:t>Защита проекта, 22 октября 2026</a:t>
            </a:r>
          </a:p>
        </p:txBody>
      </p:sp>
      <p:sp>
        <p:nvSpPr>
          <p:cNvPr id="7" name="">
            <a:extLst xmlns:a="http://schemas.openxmlformats.org/drawingml/2006/main">
              <a:ext uri="{FF2B5EF4-FFF2-40B4-BE49-F238E27FC236}">
                <a16:creationId xmlns:a16="http://schemas.microsoft.com/office/drawing/2014/main" id="{FCD89365-8E07-4EB9-B007-6BE12603CB52}"/>
              </a:ext>
            </a:extLst>
          </p:cNvPr>
          <p:cNvSpPr>
            <a:spLocks xmlns:a="http://schemas.openxmlformats.org/drawingml/2006/main" noGrp="1"/>
          </p:cNvSpPr>
          <p:nvPr/>
        </p:nvSpPr>
        <p:spPr>
          <a:xfrm xmlns:a="http://schemas.openxmlformats.org/drawingml/2006/main">
            <a:off x="609600" y="2857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Helvetica Neue"/>
                <a:ea typeface="Helvetica Neue"/>
                <a:cs typeface="Helvetica Neue"/>
              </a:defRPr>
            </a:defPPr>
            <a:lvl1pPr algn="l">
              <a:defRPr sz="2250" b="1">
                <a:solidFill>
                  <a:srgbClr val="087F8C"/>
                </a:solidFill>
                <a:latin typeface="Helvetica Neue"/>
                <a:ea typeface="Helvetica Neue"/>
                <a:cs typeface="Helvetica Neue"/>
              </a:defRPr>
            </a:lvl1pPr>
            <a:lvl2pPr algn="l">
              <a:defRPr sz="2250" b="1">
                <a:solidFill>
                  <a:srgbClr val="087F8C"/>
                </a:solidFill>
                <a:latin typeface="Helvetica Neue"/>
                <a:ea typeface="Helvetica Neue"/>
                <a:cs typeface="Helvetica Neue"/>
              </a:defRPr>
            </a:lvl2pPr>
            <a:lvl3pPr algn="l">
              <a:defRPr sz="2250" b="1">
                <a:solidFill>
                  <a:srgbClr val="087F8C"/>
                </a:solidFill>
                <a:latin typeface="Helvetica Neue"/>
                <a:ea typeface="Helvetica Neue"/>
                <a:cs typeface="Helvetica Neue"/>
              </a:defRPr>
            </a:lvl3pPr>
            <a:lvl4pPr algn="l">
              <a:defRPr sz="2250" b="1">
                <a:solidFill>
                  <a:srgbClr val="087F8C"/>
                </a:solidFill>
                <a:latin typeface="Helvetica Neue"/>
                <a:ea typeface="Helvetica Neue"/>
                <a:cs typeface="Helvetica Neue"/>
              </a:defRPr>
            </a:lvl4pPr>
            <a:lvl5pPr algn="l">
              <a:defRPr sz="2250" b="1">
                <a:solidFill>
                  <a:srgbClr val="087F8C"/>
                </a:solidFill>
                <a:latin typeface="Helvetica Neue"/>
                <a:ea typeface="Helvetica Neue"/>
                <a:cs typeface="Helvetica Neue"/>
              </a:defRPr>
            </a:lvl5pPr>
            <a:lvl6pPr algn="l">
              <a:defRPr sz="2250" b="1">
                <a:solidFill>
                  <a:srgbClr val="087F8C"/>
                </a:solidFill>
                <a:latin typeface="Helvetica Neue"/>
                <a:ea typeface="Helvetica Neue"/>
                <a:cs typeface="Helvetica Neue"/>
              </a:defRPr>
            </a:lvl6pPr>
            <a:lvl7pPr algn="l">
              <a:defRPr sz="2250" b="1">
                <a:solidFill>
                  <a:srgbClr val="087F8C"/>
                </a:solidFill>
                <a:latin typeface="Helvetica Neue"/>
                <a:ea typeface="Helvetica Neue"/>
                <a:cs typeface="Helvetica Neue"/>
              </a:defRPr>
            </a:lvl7pPr>
            <a:lvl8pPr algn="l">
              <a:defRPr sz="2250" b="1">
                <a:solidFill>
                  <a:srgbClr val="087F8C"/>
                </a:solidFill>
                <a:latin typeface="Helvetica Neue"/>
                <a:ea typeface="Helvetica Neue"/>
                <a:cs typeface="Helvetica Neue"/>
              </a:defRPr>
            </a:lvl8pPr>
            <a:lvl9pPr algn="l">
              <a:defRPr sz="2250" b="1">
                <a:solidFill>
                  <a:srgbClr val="087F8C"/>
                </a:solidFill>
                <a:latin typeface="Helvetica Neue"/>
                <a:ea typeface="Helvetica Neue"/>
                <a:cs typeface="Helvetica Neue"/>
              </a:defRPr>
            </a:lvl9pPr>
          </a:lstStyle>
          <a:p xmlns:a="http://schemas.openxmlformats.org/drawingml/2006/main">
            <a:pPr algn="l">
              <a:defRPr sz="2250" b="1">
                <a:solidFill>
                  <a:srgbClr val="087F8C"/>
                </a:solidFill>
                <a:latin typeface="Helvetica Neue"/>
                <a:ea typeface="Helvetica Neue"/>
                <a:cs typeface="Helvetica Neue"/>
              </a:defRPr>
            </a:pPr>
            <a:r>
              <a:rPr sz="2250" b="1">
                <a:solidFill>
                  <a:srgbClr val="087F8C"/>
                </a:solidFill>
                <a:latin typeface="Helvetica Neue"/>
                <a:ea typeface="Helvetica Neue"/>
                <a:cs typeface="Helvetica Neue"/>
              </a:rPr>
              <a:t>Данные студента</a:t>
            </a:r>
          </a:p>
        </p:txBody>
      </p:sp>
      <p:sp>
        <p:nvSpPr>
          <p:cNvPr id="8" name="">
            <a:extLst xmlns:a="http://schemas.openxmlformats.org/drawingml/2006/main">
              <a:ext uri="{FF2B5EF4-FFF2-40B4-BE49-F238E27FC236}">
                <a16:creationId xmlns:a16="http://schemas.microsoft.com/office/drawing/2014/main" id="{6C387522-D14A-4940-9D63-B08424EEC7E5}"/>
              </a:ext>
            </a:extLst>
          </p:cNvPr>
          <p:cNvSpPr>
            <a:spLocks xmlns:a="http://schemas.openxmlformats.org/drawingml/2006/main" noGrp="1"/>
          </p:cNvSpPr>
          <p:nvPr/>
        </p:nvSpPr>
        <p:spPr>
          <a:xfrm xmlns:a="http://schemas.openxmlformats.org/drawingml/2006/main">
            <a:off x="609600" y="3533775"/>
            <a:ext cx="5143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238"/>
                </a:solidFill>
                <a:latin typeface="Helvetica Neue"/>
                <a:ea typeface="Helvetica Neue"/>
                <a:cs typeface="Helvetica Neue"/>
              </a:defRPr>
            </a:defPPr>
            <a:lvl1pPr algn="l">
              <a:defRPr sz="2100" b="0">
                <a:solidFill>
                  <a:srgbClr val="132238"/>
                </a:solidFill>
                <a:latin typeface="Helvetica Neue"/>
                <a:ea typeface="Helvetica Neue"/>
                <a:cs typeface="Helvetica Neue"/>
              </a:defRPr>
            </a:lvl1pPr>
            <a:lvl2pPr algn="l">
              <a:defRPr sz="2100" b="0">
                <a:solidFill>
                  <a:srgbClr val="132238"/>
                </a:solidFill>
                <a:latin typeface="Helvetica Neue"/>
                <a:ea typeface="Helvetica Neue"/>
                <a:cs typeface="Helvetica Neue"/>
              </a:defRPr>
            </a:lvl2pPr>
            <a:lvl3pPr algn="l">
              <a:defRPr sz="2100" b="0">
                <a:solidFill>
                  <a:srgbClr val="132238"/>
                </a:solidFill>
                <a:latin typeface="Helvetica Neue"/>
                <a:ea typeface="Helvetica Neue"/>
                <a:cs typeface="Helvetica Neue"/>
              </a:defRPr>
            </a:lvl3pPr>
            <a:lvl4pPr algn="l">
              <a:defRPr sz="2100" b="0">
                <a:solidFill>
                  <a:srgbClr val="132238"/>
                </a:solidFill>
                <a:latin typeface="Helvetica Neue"/>
                <a:ea typeface="Helvetica Neue"/>
                <a:cs typeface="Helvetica Neue"/>
              </a:defRPr>
            </a:lvl4pPr>
            <a:lvl5pPr algn="l">
              <a:defRPr sz="2100" b="0">
                <a:solidFill>
                  <a:srgbClr val="132238"/>
                </a:solidFill>
                <a:latin typeface="Helvetica Neue"/>
                <a:ea typeface="Helvetica Neue"/>
                <a:cs typeface="Helvetica Neue"/>
              </a:defRPr>
            </a:lvl5pPr>
            <a:lvl6pPr algn="l">
              <a:defRPr sz="2100" b="0">
                <a:solidFill>
                  <a:srgbClr val="132238"/>
                </a:solidFill>
                <a:latin typeface="Helvetica Neue"/>
                <a:ea typeface="Helvetica Neue"/>
                <a:cs typeface="Helvetica Neue"/>
              </a:defRPr>
            </a:lvl6pPr>
            <a:lvl7pPr algn="l">
              <a:defRPr sz="2100" b="0">
                <a:solidFill>
                  <a:srgbClr val="132238"/>
                </a:solidFill>
                <a:latin typeface="Helvetica Neue"/>
                <a:ea typeface="Helvetica Neue"/>
                <a:cs typeface="Helvetica Neue"/>
              </a:defRPr>
            </a:lvl7pPr>
            <a:lvl8pPr algn="l">
              <a:defRPr sz="2100" b="0">
                <a:solidFill>
                  <a:srgbClr val="132238"/>
                </a:solidFill>
                <a:latin typeface="Helvetica Neue"/>
                <a:ea typeface="Helvetica Neue"/>
                <a:cs typeface="Helvetica Neue"/>
              </a:defRPr>
            </a:lvl8pPr>
            <a:lvl9pPr algn="l">
              <a:defRPr sz="2100" b="0">
                <a:solidFill>
                  <a:srgbClr val="132238"/>
                </a:solidFill>
                <a:latin typeface="Helvetica Neue"/>
                <a:ea typeface="Helvetica Neue"/>
                <a:cs typeface="Helvetica Neue"/>
              </a:defRPr>
            </a:lvl9pPr>
          </a:lstStyle>
          <a:p xmlns:a="http://schemas.openxmlformats.org/drawingml/2006/main">
            <a:pPr algn="l">
              <a:defRPr sz="2100" b="0">
                <a:solidFill>
                  <a:srgbClr val="132238"/>
                </a:solidFill>
                <a:latin typeface="Helvetica Neue"/>
                <a:ea typeface="Helvetica Neue"/>
                <a:cs typeface="Helvetica Neue"/>
              </a:defRPr>
            </a:pPr>
            <a:r>
              <a:rPr sz="2100" b="0">
                <a:solidFill>
                  <a:srgbClr val="132238"/>
                </a:solidFill>
                <a:latin typeface="Helvetica Neue"/>
                <a:ea typeface="Helvetica Neue"/>
                <a:cs typeface="Helvetica Neue"/>
              </a:rPr>
              <a:t>Дедлайны Moodle</a:t>
            </a:r>
          </a:p>
          <a:p xmlns:a="http://schemas.openxmlformats.org/drawingml/2006/main">
            <a:pPr algn="l">
              <a:defRPr sz="2100" b="0">
                <a:solidFill>
                  <a:srgbClr val="132238"/>
                </a:solidFill>
                <a:latin typeface="Helvetica Neue"/>
                <a:ea typeface="Helvetica Neue"/>
                <a:cs typeface="Helvetica Neue"/>
              </a:defRPr>
            </a:pPr>
            <a:r>
              <a:rPr sz="2100" b="0">
                <a:solidFill>
                  <a:srgbClr val="132238"/>
                </a:solidFill>
                <a:latin typeface="Helvetica Neue"/>
                <a:ea typeface="Helvetica Neue"/>
                <a:cs typeface="Helvetica Neue"/>
              </a:rPr>
              <a:t>Пары из PDF или скриншотов</a:t>
            </a:r>
          </a:p>
          <a:p xmlns:a="http://schemas.openxmlformats.org/drawingml/2006/main">
            <a:pPr algn="l">
              <a:defRPr sz="2100" b="0">
                <a:solidFill>
                  <a:srgbClr val="132238"/>
                </a:solidFill>
                <a:latin typeface="Helvetica Neue"/>
                <a:ea typeface="Helvetica Neue"/>
                <a:cs typeface="Helvetica Neue"/>
              </a:defRPr>
            </a:pPr>
            <a:r>
              <a:rPr sz="2100" b="0">
                <a:solidFill>
                  <a:srgbClr val="132238"/>
                </a:solidFill>
                <a:latin typeface="Helvetica Neue"/>
                <a:ea typeface="Helvetica Neue"/>
                <a:cs typeface="Helvetica Neue"/>
              </a:rPr>
              <a:t>Время на учёбу в сообщении чату</a:t>
            </a:r>
          </a:p>
        </p:txBody>
      </p:sp>
      <p:sp>
        <p:nvSpPr>
          <p:cNvPr id="9" name="">
            <a:extLst xmlns:a="http://schemas.openxmlformats.org/drawingml/2006/main">
              <a:ext uri="{FF2B5EF4-FFF2-40B4-BE49-F238E27FC236}">
                <a16:creationId xmlns:a16="http://schemas.microsoft.com/office/drawing/2014/main" id="{89474575-C91C-476A-8979-96B2EE3AB60C}"/>
              </a:ext>
            </a:extLst>
          </p:cNvPr>
          <p:cNvSpPr>
            <a:spLocks xmlns:a="http://schemas.openxmlformats.org/drawingml/2006/main" noGrp="1"/>
          </p:cNvSpPr>
          <p:nvPr/>
        </p:nvSpPr>
        <p:spPr>
          <a:xfrm xmlns:a="http://schemas.openxmlformats.org/drawingml/2006/main">
            <a:off x="6667500" y="2857500"/>
            <a:ext cx="4914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056BD"/>
                </a:solidFill>
                <a:latin typeface="Helvetica Neue"/>
                <a:ea typeface="Helvetica Neue"/>
                <a:cs typeface="Helvetica Neue"/>
              </a:defRPr>
            </a:defPPr>
            <a:lvl1pPr algn="l">
              <a:defRPr sz="2250" b="1">
                <a:solidFill>
                  <a:srgbClr val="4056BD"/>
                </a:solidFill>
                <a:latin typeface="Helvetica Neue"/>
                <a:ea typeface="Helvetica Neue"/>
                <a:cs typeface="Helvetica Neue"/>
              </a:defRPr>
            </a:lvl1pPr>
            <a:lvl2pPr algn="l">
              <a:defRPr sz="2250" b="1">
                <a:solidFill>
                  <a:srgbClr val="4056BD"/>
                </a:solidFill>
                <a:latin typeface="Helvetica Neue"/>
                <a:ea typeface="Helvetica Neue"/>
                <a:cs typeface="Helvetica Neue"/>
              </a:defRPr>
            </a:lvl2pPr>
            <a:lvl3pPr algn="l">
              <a:defRPr sz="2250" b="1">
                <a:solidFill>
                  <a:srgbClr val="4056BD"/>
                </a:solidFill>
                <a:latin typeface="Helvetica Neue"/>
                <a:ea typeface="Helvetica Neue"/>
                <a:cs typeface="Helvetica Neue"/>
              </a:defRPr>
            </a:lvl3pPr>
            <a:lvl4pPr algn="l">
              <a:defRPr sz="2250" b="1">
                <a:solidFill>
                  <a:srgbClr val="4056BD"/>
                </a:solidFill>
                <a:latin typeface="Helvetica Neue"/>
                <a:ea typeface="Helvetica Neue"/>
                <a:cs typeface="Helvetica Neue"/>
              </a:defRPr>
            </a:lvl4pPr>
            <a:lvl5pPr algn="l">
              <a:defRPr sz="2250" b="1">
                <a:solidFill>
                  <a:srgbClr val="4056BD"/>
                </a:solidFill>
                <a:latin typeface="Helvetica Neue"/>
                <a:ea typeface="Helvetica Neue"/>
                <a:cs typeface="Helvetica Neue"/>
              </a:defRPr>
            </a:lvl5pPr>
            <a:lvl6pPr algn="l">
              <a:defRPr sz="2250" b="1">
                <a:solidFill>
                  <a:srgbClr val="4056BD"/>
                </a:solidFill>
                <a:latin typeface="Helvetica Neue"/>
                <a:ea typeface="Helvetica Neue"/>
                <a:cs typeface="Helvetica Neue"/>
              </a:defRPr>
            </a:lvl6pPr>
            <a:lvl7pPr algn="l">
              <a:defRPr sz="2250" b="1">
                <a:solidFill>
                  <a:srgbClr val="4056BD"/>
                </a:solidFill>
                <a:latin typeface="Helvetica Neue"/>
                <a:ea typeface="Helvetica Neue"/>
                <a:cs typeface="Helvetica Neue"/>
              </a:defRPr>
            </a:lvl7pPr>
            <a:lvl8pPr algn="l">
              <a:defRPr sz="2250" b="1">
                <a:solidFill>
                  <a:srgbClr val="4056BD"/>
                </a:solidFill>
                <a:latin typeface="Helvetica Neue"/>
                <a:ea typeface="Helvetica Neue"/>
                <a:cs typeface="Helvetica Neue"/>
              </a:defRPr>
            </a:lvl8pPr>
            <a:lvl9pPr algn="l">
              <a:defRPr sz="2250" b="1">
                <a:solidFill>
                  <a:srgbClr val="4056BD"/>
                </a:solidFill>
                <a:latin typeface="Helvetica Neue"/>
                <a:ea typeface="Helvetica Neue"/>
                <a:cs typeface="Helvetica Neue"/>
              </a:defRPr>
            </a:lvl9pPr>
          </a:lstStyle>
          <a:p xmlns:a="http://schemas.openxmlformats.org/drawingml/2006/main">
            <a:pPr algn="l">
              <a:defRPr sz="2250" b="1">
                <a:solidFill>
                  <a:srgbClr val="4056BD"/>
                </a:solidFill>
                <a:latin typeface="Helvetica Neue"/>
                <a:ea typeface="Helvetica Neue"/>
                <a:cs typeface="Helvetica Neue"/>
              </a:defRPr>
            </a:pPr>
            <a:r>
              <a:rPr sz="2250" b="1">
                <a:solidFill>
                  <a:srgbClr val="4056BD"/>
                </a:solidFill>
                <a:latin typeface="Helvetica Neue"/>
                <a:ea typeface="Helvetica Neue"/>
                <a:cs typeface="Helvetica Neue"/>
              </a:rPr>
              <a:t>Результат</a:t>
            </a:r>
          </a:p>
        </p:txBody>
      </p:sp>
      <p:sp>
        <p:nvSpPr>
          <p:cNvPr id="10" name="">
            <a:extLst xmlns:a="http://schemas.openxmlformats.org/drawingml/2006/main">
              <a:ext uri="{FF2B5EF4-FFF2-40B4-BE49-F238E27FC236}">
                <a16:creationId xmlns:a16="http://schemas.microsoft.com/office/drawing/2014/main" id="{33E46C38-B2D4-487D-838F-684A20C4C100}"/>
              </a:ext>
            </a:extLst>
          </p:cNvPr>
          <p:cNvSpPr>
            <a:spLocks xmlns:a="http://schemas.openxmlformats.org/drawingml/2006/main" noGrp="1"/>
          </p:cNvSpPr>
          <p:nvPr/>
        </p:nvSpPr>
        <p:spPr>
          <a:xfrm xmlns:a="http://schemas.openxmlformats.org/drawingml/2006/main">
            <a:off x="6667500" y="3533775"/>
            <a:ext cx="49149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238"/>
                </a:solidFill>
                <a:latin typeface="Helvetica Neue"/>
                <a:ea typeface="Helvetica Neue"/>
                <a:cs typeface="Helvetica Neue"/>
              </a:defRPr>
            </a:defPPr>
            <a:lvl1pPr algn="l">
              <a:defRPr sz="2100" b="0">
                <a:solidFill>
                  <a:srgbClr val="132238"/>
                </a:solidFill>
                <a:latin typeface="Helvetica Neue"/>
                <a:ea typeface="Helvetica Neue"/>
                <a:cs typeface="Helvetica Neue"/>
              </a:defRPr>
            </a:lvl1pPr>
            <a:lvl2pPr algn="l">
              <a:defRPr sz="2100" b="0">
                <a:solidFill>
                  <a:srgbClr val="132238"/>
                </a:solidFill>
                <a:latin typeface="Helvetica Neue"/>
                <a:ea typeface="Helvetica Neue"/>
                <a:cs typeface="Helvetica Neue"/>
              </a:defRPr>
            </a:lvl2pPr>
            <a:lvl3pPr algn="l">
              <a:defRPr sz="2100" b="0">
                <a:solidFill>
                  <a:srgbClr val="132238"/>
                </a:solidFill>
                <a:latin typeface="Helvetica Neue"/>
                <a:ea typeface="Helvetica Neue"/>
                <a:cs typeface="Helvetica Neue"/>
              </a:defRPr>
            </a:lvl3pPr>
            <a:lvl4pPr algn="l">
              <a:defRPr sz="2100" b="0">
                <a:solidFill>
                  <a:srgbClr val="132238"/>
                </a:solidFill>
                <a:latin typeface="Helvetica Neue"/>
                <a:ea typeface="Helvetica Neue"/>
                <a:cs typeface="Helvetica Neue"/>
              </a:defRPr>
            </a:lvl4pPr>
            <a:lvl5pPr algn="l">
              <a:defRPr sz="2100" b="0">
                <a:solidFill>
                  <a:srgbClr val="132238"/>
                </a:solidFill>
                <a:latin typeface="Helvetica Neue"/>
                <a:ea typeface="Helvetica Neue"/>
                <a:cs typeface="Helvetica Neue"/>
              </a:defRPr>
            </a:lvl5pPr>
            <a:lvl6pPr algn="l">
              <a:defRPr sz="2100" b="0">
                <a:solidFill>
                  <a:srgbClr val="132238"/>
                </a:solidFill>
                <a:latin typeface="Helvetica Neue"/>
                <a:ea typeface="Helvetica Neue"/>
                <a:cs typeface="Helvetica Neue"/>
              </a:defRPr>
            </a:lvl6pPr>
            <a:lvl7pPr algn="l">
              <a:defRPr sz="2100" b="0">
                <a:solidFill>
                  <a:srgbClr val="132238"/>
                </a:solidFill>
                <a:latin typeface="Helvetica Neue"/>
                <a:ea typeface="Helvetica Neue"/>
                <a:cs typeface="Helvetica Neue"/>
              </a:defRPr>
            </a:lvl7pPr>
            <a:lvl8pPr algn="l">
              <a:defRPr sz="2100" b="0">
                <a:solidFill>
                  <a:srgbClr val="132238"/>
                </a:solidFill>
                <a:latin typeface="Helvetica Neue"/>
                <a:ea typeface="Helvetica Neue"/>
                <a:cs typeface="Helvetica Neue"/>
              </a:defRPr>
            </a:lvl8pPr>
            <a:lvl9pPr algn="l">
              <a:defRPr sz="2100" b="0">
                <a:solidFill>
                  <a:srgbClr val="132238"/>
                </a:solidFill>
                <a:latin typeface="Helvetica Neue"/>
                <a:ea typeface="Helvetica Neue"/>
                <a:cs typeface="Helvetica Neue"/>
              </a:defRPr>
            </a:lvl9pPr>
          </a:lstStyle>
          <a:p xmlns:a="http://schemas.openxmlformats.org/drawingml/2006/main">
            <a:pPr algn="l">
              <a:defRPr sz="2100" b="0">
                <a:solidFill>
                  <a:srgbClr val="132238"/>
                </a:solidFill>
                <a:latin typeface="Helvetica Neue"/>
                <a:ea typeface="Helvetica Neue"/>
                <a:cs typeface="Helvetica Neue"/>
              </a:defRPr>
            </a:pPr>
            <a:r>
              <a:rPr sz="2100" b="0">
                <a:solidFill>
                  <a:srgbClr val="132238"/>
                </a:solidFill>
                <a:latin typeface="Helvetica Neue"/>
                <a:ea typeface="Helvetica Neue"/>
                <a:cs typeface="Helvetica Neue"/>
              </a:rPr>
              <a:t>Учебные блоки на 72 часа</a:t>
            </a:r>
          </a:p>
          <a:p xmlns:a="http://schemas.openxmlformats.org/drawingml/2006/main">
            <a:pPr algn="l">
              <a:defRPr sz="2100" b="0">
                <a:solidFill>
                  <a:srgbClr val="132238"/>
                </a:solidFill>
                <a:latin typeface="Helvetica Neue"/>
                <a:ea typeface="Helvetica Neue"/>
                <a:cs typeface="Helvetica Neue"/>
              </a:defRPr>
            </a:pPr>
            <a:r>
              <a:rPr sz="2100" b="0">
                <a:solidFill>
                  <a:srgbClr val="132238"/>
                </a:solidFill>
                <a:latin typeface="Helvetica Neue"/>
                <a:ea typeface="Helvetica Neue"/>
                <a:cs typeface="Helvetica Neue"/>
              </a:rPr>
              <a:t>Просмотр и точное согласие</a:t>
            </a:r>
          </a:p>
          <a:p xmlns:a="http://schemas.openxmlformats.org/drawingml/2006/main">
            <a:pPr algn="l">
              <a:defRPr sz="2100" b="0">
                <a:solidFill>
                  <a:srgbClr val="132238"/>
                </a:solidFill>
                <a:latin typeface="Helvetica Neue"/>
                <a:ea typeface="Helvetica Neue"/>
                <a:cs typeface="Helvetica Neue"/>
              </a:defRPr>
            </a:pPr>
            <a:r>
              <a:rPr sz="2100" b="0">
                <a:solidFill>
                  <a:srgbClr val="132238"/>
                </a:solidFill>
                <a:latin typeface="Helvetica Neue"/>
                <a:ea typeface="Helvetica Neue"/>
                <a:cs typeface="Helvetica Neue"/>
              </a:rPr>
              <a:t>Запись в Calendar с проверкой</a:t>
            </a:r>
          </a:p>
        </p:txBody>
      </p:sp>
      <p:sp>
        <p:nvSpPr>
          <p:cNvPr id="11" name="">
            <a:extLst xmlns:a="http://schemas.openxmlformats.org/drawingml/2006/main">
              <a:ext uri="{FF2B5EF4-FFF2-40B4-BE49-F238E27FC236}">
                <a16:creationId xmlns:a16="http://schemas.microsoft.com/office/drawing/2014/main" id="{3913ADED-BE30-4381-B509-7BE1C26540A3}"/>
              </a:ext>
            </a:extLst>
          </p:cNvPr>
          <p:cNvSpPr>
            <a:spLocks xmlns:a="http://schemas.openxmlformats.org/drawingml/2006/main" noGrp="1"/>
          </p:cNvSpPr>
          <p:nvPr/>
        </p:nvSpPr>
        <p:spPr>
          <a:xfrm xmlns:a="http://schemas.openxmlformats.org/drawingml/2006/main">
            <a:off x="609600" y="556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A66A12"/>
                </a:solidFill>
                <a:latin typeface="Helvetica Neue"/>
                <a:ea typeface="Helvetica Neue"/>
                <a:cs typeface="Helvetica Neue"/>
              </a:defRPr>
            </a:defPPr>
            <a:lvl1pPr algn="l">
              <a:defRPr sz="1950" b="1">
                <a:solidFill>
                  <a:srgbClr val="A66A12"/>
                </a:solidFill>
                <a:latin typeface="Helvetica Neue"/>
                <a:ea typeface="Helvetica Neue"/>
                <a:cs typeface="Helvetica Neue"/>
              </a:defRPr>
            </a:lvl1pPr>
            <a:lvl2pPr algn="l">
              <a:defRPr sz="1950" b="1">
                <a:solidFill>
                  <a:srgbClr val="A66A12"/>
                </a:solidFill>
                <a:latin typeface="Helvetica Neue"/>
                <a:ea typeface="Helvetica Neue"/>
                <a:cs typeface="Helvetica Neue"/>
              </a:defRPr>
            </a:lvl2pPr>
            <a:lvl3pPr algn="l">
              <a:defRPr sz="1950" b="1">
                <a:solidFill>
                  <a:srgbClr val="A66A12"/>
                </a:solidFill>
                <a:latin typeface="Helvetica Neue"/>
                <a:ea typeface="Helvetica Neue"/>
                <a:cs typeface="Helvetica Neue"/>
              </a:defRPr>
            </a:lvl3pPr>
            <a:lvl4pPr algn="l">
              <a:defRPr sz="1950" b="1">
                <a:solidFill>
                  <a:srgbClr val="A66A12"/>
                </a:solidFill>
                <a:latin typeface="Helvetica Neue"/>
                <a:ea typeface="Helvetica Neue"/>
                <a:cs typeface="Helvetica Neue"/>
              </a:defRPr>
            </a:lvl4pPr>
            <a:lvl5pPr algn="l">
              <a:defRPr sz="1950" b="1">
                <a:solidFill>
                  <a:srgbClr val="A66A12"/>
                </a:solidFill>
                <a:latin typeface="Helvetica Neue"/>
                <a:ea typeface="Helvetica Neue"/>
                <a:cs typeface="Helvetica Neue"/>
              </a:defRPr>
            </a:lvl5pPr>
            <a:lvl6pPr algn="l">
              <a:defRPr sz="1950" b="1">
                <a:solidFill>
                  <a:srgbClr val="A66A12"/>
                </a:solidFill>
                <a:latin typeface="Helvetica Neue"/>
                <a:ea typeface="Helvetica Neue"/>
                <a:cs typeface="Helvetica Neue"/>
              </a:defRPr>
            </a:lvl6pPr>
            <a:lvl7pPr algn="l">
              <a:defRPr sz="1950" b="1">
                <a:solidFill>
                  <a:srgbClr val="A66A12"/>
                </a:solidFill>
                <a:latin typeface="Helvetica Neue"/>
                <a:ea typeface="Helvetica Neue"/>
                <a:cs typeface="Helvetica Neue"/>
              </a:defRPr>
            </a:lvl7pPr>
            <a:lvl8pPr algn="l">
              <a:defRPr sz="1950" b="1">
                <a:solidFill>
                  <a:srgbClr val="A66A12"/>
                </a:solidFill>
                <a:latin typeface="Helvetica Neue"/>
                <a:ea typeface="Helvetica Neue"/>
                <a:cs typeface="Helvetica Neue"/>
              </a:defRPr>
            </a:lvl8pPr>
            <a:lvl9pPr algn="l">
              <a:defRPr sz="1950" b="1">
                <a:solidFill>
                  <a:srgbClr val="A66A12"/>
                </a:solidFill>
                <a:latin typeface="Helvetica Neue"/>
                <a:ea typeface="Helvetica Neue"/>
                <a:cs typeface="Helvetica Neue"/>
              </a:defRPr>
            </a:lvl9pPr>
          </a:lstStyle>
          <a:p xmlns:a="http://schemas.openxmlformats.org/drawingml/2006/main">
            <a:pPr algn="l">
              <a:defRPr sz="1950" b="1">
                <a:solidFill>
                  <a:srgbClr val="A66A12"/>
                </a:solidFill>
                <a:latin typeface="Helvetica Neue"/>
                <a:ea typeface="Helvetica Neue"/>
                <a:cs typeface="Helvetica Neue"/>
              </a:defRPr>
            </a:pPr>
            <a:r>
              <a:rPr sz="1950" b="1">
                <a:solidFill>
                  <a:srgbClr val="A66A12"/>
                </a:solidFill>
                <a:latin typeface="Helvetica Neue"/>
                <a:ea typeface="Helvetica Neue"/>
                <a:cs typeface="Helvetica Neue"/>
              </a:rPr>
              <a:t>Импорт добавляет видимые дни в черновик. Всю неделю проверяет студент.</a:t>
            </a:r>
          </a:p>
        </p:txBody>
      </p:sp>
    </p:spTree>
    <p:extLst>
      <p:ext uri="{BB962C8B-B14F-4D97-AF65-F5344CB8AC3E}">
        <p14:creationId xmlns:p14="http://schemas.microsoft.com/office/powerpoint/2010/main" val="1339807228"/>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8C67D8E2-4485-49CD-A677-CC4A382859C7}"/>
              </a:ext>
            </a:extLst>
          </p:cNvPr>
          <p:cNvCxnSpPr>
            <a:stCxn xmlns:a="http://schemas.openxmlformats.org/drawingml/2006/main" id="10" idx="3"/>
            <a:endCxn xmlns:a="http://schemas.openxmlformats.org/drawingml/2006/main" id="11" idx="1"/>
          </p:cNvCxnSpPr>
          <p:nvPr/>
        </p:nvCxnSpPr>
        <p:spPr>
          <a:xfrm xmlns:a="http://schemas.openxmlformats.org/drawingml/2006/main">
            <a:off x="9334500" y="3833813"/>
            <a:ext cx="266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8F63636F-FCED-4C0C-A247-1C62A4797DC6}"/>
              </a:ext>
            </a:extLst>
          </p:cNvPr>
          <p:cNvCxnSpPr>
            <a:stCxn xmlns:a="http://schemas.openxmlformats.org/drawingml/2006/main" id="9" idx="3"/>
            <a:endCxn xmlns:a="http://schemas.openxmlformats.org/drawingml/2006/main" id="10" idx="1"/>
          </p:cNvCxnSpPr>
          <p:nvPr/>
        </p:nvCxnSpPr>
        <p:spPr>
          <a:xfrm xmlns:a="http://schemas.openxmlformats.org/drawingml/2006/main">
            <a:off x="7086600" y="3833813"/>
            <a:ext cx="266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C4E64D81-708C-484C-8C84-DF37EC21DEF7}"/>
              </a:ext>
            </a:extLst>
          </p:cNvPr>
          <p:cNvCxnSpPr>
            <a:stCxn xmlns:a="http://schemas.openxmlformats.org/drawingml/2006/main" id="8" idx="3"/>
            <a:endCxn xmlns:a="http://schemas.openxmlformats.org/drawingml/2006/main" id="9" idx="1"/>
          </p:cNvCxnSpPr>
          <p:nvPr/>
        </p:nvCxnSpPr>
        <p:spPr>
          <a:xfrm xmlns:a="http://schemas.openxmlformats.org/drawingml/2006/main">
            <a:off x="4838700" y="3833813"/>
            <a:ext cx="266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0E086F64-F0D8-41D4-85EA-FDA2F8651B8A}"/>
              </a:ext>
            </a:extLst>
          </p:cNvPr>
          <p:cNvCxnSpPr>
            <a:stCxn xmlns:a="http://schemas.openxmlformats.org/drawingml/2006/main" id="7" idx="3"/>
            <a:endCxn xmlns:a="http://schemas.openxmlformats.org/drawingml/2006/main" id="8" idx="1"/>
          </p:cNvCxnSpPr>
          <p:nvPr/>
        </p:nvCxnSpPr>
        <p:spPr>
          <a:xfrm xmlns:a="http://schemas.openxmlformats.org/drawingml/2006/main">
            <a:off x="2590800" y="3833813"/>
            <a:ext cx="266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B5AC6CDF-6379-4520-B2B9-25D5736C74D8}"/>
              </a:ext>
            </a:extLst>
          </p:cNvPr>
          <p:cNvSpPr>
            <a:spLocks xmlns:a="http://schemas.openxmlformats.org/drawingml/2006/main" noGrp="1"/>
          </p:cNvSpPr>
          <p:nvPr/>
        </p:nvSpPr>
        <p:spPr>
          <a:xfrm xmlns:a="http://schemas.openxmlformats.org/drawingml/2006/main">
            <a:off x="609600" y="342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4056BD"/>
                </a:solidFill>
                <a:latin typeface="Helvetica Neue"/>
                <a:ea typeface="Helvetica Neue"/>
                <a:cs typeface="Helvetica Neue"/>
              </a:defRPr>
            </a:defPPr>
            <a:lvl1pPr algn="l">
              <a:defRPr sz="1650" b="1">
                <a:solidFill>
                  <a:srgbClr val="4056BD"/>
                </a:solidFill>
                <a:latin typeface="Helvetica Neue"/>
                <a:ea typeface="Helvetica Neue"/>
                <a:cs typeface="Helvetica Neue"/>
              </a:defRPr>
            </a:lvl1pPr>
            <a:lvl2pPr algn="l">
              <a:defRPr sz="1650" b="1">
                <a:solidFill>
                  <a:srgbClr val="4056BD"/>
                </a:solidFill>
                <a:latin typeface="Helvetica Neue"/>
                <a:ea typeface="Helvetica Neue"/>
                <a:cs typeface="Helvetica Neue"/>
              </a:defRPr>
            </a:lvl2pPr>
            <a:lvl3pPr algn="l">
              <a:defRPr sz="1650" b="1">
                <a:solidFill>
                  <a:srgbClr val="4056BD"/>
                </a:solidFill>
                <a:latin typeface="Helvetica Neue"/>
                <a:ea typeface="Helvetica Neue"/>
                <a:cs typeface="Helvetica Neue"/>
              </a:defRPr>
            </a:lvl3pPr>
            <a:lvl4pPr algn="l">
              <a:defRPr sz="1650" b="1">
                <a:solidFill>
                  <a:srgbClr val="4056BD"/>
                </a:solidFill>
                <a:latin typeface="Helvetica Neue"/>
                <a:ea typeface="Helvetica Neue"/>
                <a:cs typeface="Helvetica Neue"/>
              </a:defRPr>
            </a:lvl4pPr>
            <a:lvl5pPr algn="l">
              <a:defRPr sz="1650" b="1">
                <a:solidFill>
                  <a:srgbClr val="4056BD"/>
                </a:solidFill>
                <a:latin typeface="Helvetica Neue"/>
                <a:ea typeface="Helvetica Neue"/>
                <a:cs typeface="Helvetica Neue"/>
              </a:defRPr>
            </a:lvl5pPr>
            <a:lvl6pPr algn="l">
              <a:defRPr sz="1650" b="1">
                <a:solidFill>
                  <a:srgbClr val="4056BD"/>
                </a:solidFill>
                <a:latin typeface="Helvetica Neue"/>
                <a:ea typeface="Helvetica Neue"/>
                <a:cs typeface="Helvetica Neue"/>
              </a:defRPr>
            </a:lvl6pPr>
            <a:lvl7pPr algn="l">
              <a:defRPr sz="1650" b="1">
                <a:solidFill>
                  <a:srgbClr val="4056BD"/>
                </a:solidFill>
                <a:latin typeface="Helvetica Neue"/>
                <a:ea typeface="Helvetica Neue"/>
                <a:cs typeface="Helvetica Neue"/>
              </a:defRPr>
            </a:lvl7pPr>
            <a:lvl8pPr algn="l">
              <a:defRPr sz="1650" b="1">
                <a:solidFill>
                  <a:srgbClr val="4056BD"/>
                </a:solidFill>
                <a:latin typeface="Helvetica Neue"/>
                <a:ea typeface="Helvetica Neue"/>
                <a:cs typeface="Helvetica Neue"/>
              </a:defRPr>
            </a:lvl8pPr>
            <a:lvl9pPr algn="l">
              <a:defRPr sz="1650" b="1">
                <a:solidFill>
                  <a:srgbClr val="4056BD"/>
                </a:solidFill>
                <a:latin typeface="Helvetica Neue"/>
                <a:ea typeface="Helvetica Neue"/>
                <a:cs typeface="Helvetica Neue"/>
              </a:defRPr>
            </a:lvl9pPr>
          </a:lstStyle>
          <a:p xmlns:a="http://schemas.openxmlformats.org/drawingml/2006/main">
            <a:pPr algn="l">
              <a:defRPr sz="1650" b="1">
                <a:solidFill>
                  <a:srgbClr val="4056BD"/>
                </a:solidFill>
                <a:latin typeface="Helvetica Neue"/>
                <a:ea typeface="Helvetica Neue"/>
                <a:cs typeface="Helvetica Neue"/>
              </a:defRPr>
            </a:pPr>
            <a:r>
              <a:rPr sz="1650" b="1">
                <a:solidFill>
                  <a:srgbClr val="4056BD"/>
                </a:solidFill>
                <a:latin typeface="Helvetica Neue"/>
                <a:ea typeface="Helvetica Neue"/>
                <a:cs typeface="Helvetica Neue"/>
              </a:rPr>
              <a:t>CampusPulse AI</a:t>
            </a:r>
          </a:p>
        </p:txBody>
      </p:sp>
      <p:sp>
        <p:nvSpPr>
          <p:cNvPr id="2" name="">
            <a:extLst xmlns:a="http://schemas.openxmlformats.org/drawingml/2006/main">
              <a:ext uri="{FF2B5EF4-FFF2-40B4-BE49-F238E27FC236}">
                <a16:creationId xmlns:a16="http://schemas.microsoft.com/office/drawing/2014/main" id="{EA75AFC3-1942-4E65-B899-E4CCF8891620}"/>
              </a:ext>
            </a:extLst>
          </p:cNvPr>
          <p:cNvSpPr>
            <a:spLocks xmlns:a="http://schemas.openxmlformats.org/drawingml/2006/main" noGrp="1"/>
          </p:cNvSpPr>
          <p:nvPr/>
        </p:nvSpPr>
        <p:spPr>
          <a:xfrm xmlns:a="http://schemas.openxmlformats.org/drawingml/2006/main">
            <a:off x="10820400" y="3429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86778"/>
                </a:solidFill>
                <a:latin typeface="Helvetica Neue"/>
                <a:ea typeface="Helvetica Neue"/>
                <a:cs typeface="Helvetica Neue"/>
              </a:defRPr>
            </a:defPPr>
            <a:lvl1pPr algn="r">
              <a:defRPr sz="1500" b="0">
                <a:solidFill>
                  <a:srgbClr val="586778"/>
                </a:solidFill>
                <a:latin typeface="Helvetica Neue"/>
                <a:ea typeface="Helvetica Neue"/>
                <a:cs typeface="Helvetica Neue"/>
              </a:defRPr>
            </a:lvl1pPr>
            <a:lvl2pPr algn="r">
              <a:defRPr sz="1500" b="0">
                <a:solidFill>
                  <a:srgbClr val="586778"/>
                </a:solidFill>
                <a:latin typeface="Helvetica Neue"/>
                <a:ea typeface="Helvetica Neue"/>
                <a:cs typeface="Helvetica Neue"/>
              </a:defRPr>
            </a:lvl2pPr>
            <a:lvl3pPr algn="r">
              <a:defRPr sz="1500" b="0">
                <a:solidFill>
                  <a:srgbClr val="586778"/>
                </a:solidFill>
                <a:latin typeface="Helvetica Neue"/>
                <a:ea typeface="Helvetica Neue"/>
                <a:cs typeface="Helvetica Neue"/>
              </a:defRPr>
            </a:lvl3pPr>
            <a:lvl4pPr algn="r">
              <a:defRPr sz="1500" b="0">
                <a:solidFill>
                  <a:srgbClr val="586778"/>
                </a:solidFill>
                <a:latin typeface="Helvetica Neue"/>
                <a:ea typeface="Helvetica Neue"/>
                <a:cs typeface="Helvetica Neue"/>
              </a:defRPr>
            </a:lvl4pPr>
            <a:lvl5pPr algn="r">
              <a:defRPr sz="1500" b="0">
                <a:solidFill>
                  <a:srgbClr val="586778"/>
                </a:solidFill>
                <a:latin typeface="Helvetica Neue"/>
                <a:ea typeface="Helvetica Neue"/>
                <a:cs typeface="Helvetica Neue"/>
              </a:defRPr>
            </a:lvl5pPr>
            <a:lvl6pPr algn="r">
              <a:defRPr sz="1500" b="0">
                <a:solidFill>
                  <a:srgbClr val="586778"/>
                </a:solidFill>
                <a:latin typeface="Helvetica Neue"/>
                <a:ea typeface="Helvetica Neue"/>
                <a:cs typeface="Helvetica Neue"/>
              </a:defRPr>
            </a:lvl6pPr>
            <a:lvl7pPr algn="r">
              <a:defRPr sz="1500" b="0">
                <a:solidFill>
                  <a:srgbClr val="586778"/>
                </a:solidFill>
                <a:latin typeface="Helvetica Neue"/>
                <a:ea typeface="Helvetica Neue"/>
                <a:cs typeface="Helvetica Neue"/>
              </a:defRPr>
            </a:lvl7pPr>
            <a:lvl8pPr algn="r">
              <a:defRPr sz="1500" b="0">
                <a:solidFill>
                  <a:srgbClr val="586778"/>
                </a:solidFill>
                <a:latin typeface="Helvetica Neue"/>
                <a:ea typeface="Helvetica Neue"/>
                <a:cs typeface="Helvetica Neue"/>
              </a:defRPr>
            </a:lvl8pPr>
            <a:lvl9pPr algn="r">
              <a:defRPr sz="1500" b="0">
                <a:solidFill>
                  <a:srgbClr val="586778"/>
                </a:solidFill>
                <a:latin typeface="Helvetica Neue"/>
                <a:ea typeface="Helvetica Neue"/>
                <a:cs typeface="Helvetica Neue"/>
              </a:defRPr>
            </a:lvl9pPr>
          </a:lstStyle>
          <a:p xmlns:a="http://schemas.openxmlformats.org/drawingml/2006/main">
            <a:pPr algn="r">
              <a:defRPr sz="1500" b="0">
                <a:solidFill>
                  <a:srgbClr val="586778"/>
                </a:solidFill>
                <a:latin typeface="Helvetica Neue"/>
                <a:ea typeface="Helvetica Neue"/>
                <a:cs typeface="Helvetica Neue"/>
              </a:defRPr>
            </a:pPr>
            <a:r>
              <a:rPr sz="1500" b="0">
                <a:solidFill>
                  <a:srgbClr val="586778"/>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3C3B91EF-76A7-4829-8671-7BE7C5873C27}"/>
              </a:ext>
            </a:extLst>
          </p:cNvPr>
          <p:cNvSpPr>
            <a:spLocks xmlns:a="http://schemas.openxmlformats.org/drawingml/2006/main" noGrp="1"/>
          </p:cNvSpPr>
          <p:nvPr/>
        </p:nvSpPr>
        <p:spPr>
          <a:xfrm xmlns:a="http://schemas.openxmlformats.org/drawingml/2006/main">
            <a:off x="609600" y="9525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238"/>
                </a:solidFill>
                <a:latin typeface="Helvetica Neue"/>
                <a:ea typeface="Helvetica Neue"/>
                <a:cs typeface="Helvetica Neue"/>
              </a:defRPr>
            </a:defPPr>
            <a:lvl1pPr algn="l">
              <a:defRPr sz="3450" b="1">
                <a:solidFill>
                  <a:srgbClr val="132238"/>
                </a:solidFill>
                <a:latin typeface="Helvetica Neue"/>
                <a:ea typeface="Helvetica Neue"/>
                <a:cs typeface="Helvetica Neue"/>
              </a:defRPr>
            </a:lvl1pPr>
            <a:lvl2pPr algn="l">
              <a:defRPr sz="3450" b="1">
                <a:solidFill>
                  <a:srgbClr val="132238"/>
                </a:solidFill>
                <a:latin typeface="Helvetica Neue"/>
                <a:ea typeface="Helvetica Neue"/>
                <a:cs typeface="Helvetica Neue"/>
              </a:defRPr>
            </a:lvl2pPr>
            <a:lvl3pPr algn="l">
              <a:defRPr sz="3450" b="1">
                <a:solidFill>
                  <a:srgbClr val="132238"/>
                </a:solidFill>
                <a:latin typeface="Helvetica Neue"/>
                <a:ea typeface="Helvetica Neue"/>
                <a:cs typeface="Helvetica Neue"/>
              </a:defRPr>
            </a:lvl3pPr>
            <a:lvl4pPr algn="l">
              <a:defRPr sz="3450" b="1">
                <a:solidFill>
                  <a:srgbClr val="132238"/>
                </a:solidFill>
                <a:latin typeface="Helvetica Neue"/>
                <a:ea typeface="Helvetica Neue"/>
                <a:cs typeface="Helvetica Neue"/>
              </a:defRPr>
            </a:lvl4pPr>
            <a:lvl5pPr algn="l">
              <a:defRPr sz="3450" b="1">
                <a:solidFill>
                  <a:srgbClr val="132238"/>
                </a:solidFill>
                <a:latin typeface="Helvetica Neue"/>
                <a:ea typeface="Helvetica Neue"/>
                <a:cs typeface="Helvetica Neue"/>
              </a:defRPr>
            </a:lvl5pPr>
            <a:lvl6pPr algn="l">
              <a:defRPr sz="3450" b="1">
                <a:solidFill>
                  <a:srgbClr val="132238"/>
                </a:solidFill>
                <a:latin typeface="Helvetica Neue"/>
                <a:ea typeface="Helvetica Neue"/>
                <a:cs typeface="Helvetica Neue"/>
              </a:defRPr>
            </a:lvl6pPr>
            <a:lvl7pPr algn="l">
              <a:defRPr sz="3450" b="1">
                <a:solidFill>
                  <a:srgbClr val="132238"/>
                </a:solidFill>
                <a:latin typeface="Helvetica Neue"/>
                <a:ea typeface="Helvetica Neue"/>
                <a:cs typeface="Helvetica Neue"/>
              </a:defRPr>
            </a:lvl7pPr>
            <a:lvl8pPr algn="l">
              <a:defRPr sz="3450" b="1">
                <a:solidFill>
                  <a:srgbClr val="132238"/>
                </a:solidFill>
                <a:latin typeface="Helvetica Neue"/>
                <a:ea typeface="Helvetica Neue"/>
                <a:cs typeface="Helvetica Neue"/>
              </a:defRPr>
            </a:lvl8pPr>
            <a:lvl9pPr algn="l">
              <a:defRPr sz="3450" b="1">
                <a:solidFill>
                  <a:srgbClr val="132238"/>
                </a:solidFill>
                <a:latin typeface="Helvetica Neue"/>
                <a:ea typeface="Helvetica Neue"/>
                <a:cs typeface="Helvetica Neue"/>
              </a:defRPr>
            </a:lvl9pPr>
          </a:lstStyle>
          <a:p xmlns:a="http://schemas.openxmlformats.org/drawingml/2006/main">
            <a:pPr algn="l">
              <a:defRPr sz="3450" b="1">
                <a:solidFill>
                  <a:srgbClr val="132238"/>
                </a:solidFill>
                <a:latin typeface="Helvetica Neue"/>
                <a:ea typeface="Helvetica Neue"/>
                <a:cs typeface="Helvetica Neue"/>
              </a:defRPr>
            </a:pPr>
            <a:r>
              <a:rPr sz="3450" b="1">
                <a:solidFill>
                  <a:srgbClr val="132238"/>
                </a:solidFill>
                <a:latin typeface="Helvetica Neue"/>
                <a:ea typeface="Helvetica Neue"/>
                <a:cs typeface="Helvetica Neue"/>
              </a:rPr>
              <a:t>Основной сценарий: план на 72 часа</a:t>
            </a:r>
          </a:p>
        </p:txBody>
      </p:sp>
      <p:sp>
        <p:nvSpPr>
          <p:cNvPr id="4" name="">
            <a:extLst xmlns:a="http://schemas.openxmlformats.org/drawingml/2006/main">
              <a:ext uri="{FF2B5EF4-FFF2-40B4-BE49-F238E27FC236}">
                <a16:creationId xmlns:a16="http://schemas.microsoft.com/office/drawing/2014/main" id="{D3C72965-9D57-4354-9E9A-FEFC91C8EA6A}"/>
              </a:ext>
            </a:extLst>
          </p:cNvPr>
          <p:cNvSpPr>
            <a:spLocks xmlns:a="http://schemas.openxmlformats.org/drawingml/2006/main" noGrp="1"/>
          </p:cNvSpPr>
          <p:nvPr/>
        </p:nvSpPr>
        <p:spPr>
          <a:xfrm xmlns:a="http://schemas.openxmlformats.org/drawingml/2006/main">
            <a:off x="609600" y="2038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Студент сохраняет проверенные пары и задаёт время на учёбу в чате</a:t>
            </a:r>
          </a:p>
        </p:txBody>
      </p:sp>
      <p:sp>
        <p:nvSpPr>
          <p:cNvPr id="5" name="">
            <a:extLst xmlns:a="http://schemas.openxmlformats.org/drawingml/2006/main">
              <a:ext uri="{FF2B5EF4-FFF2-40B4-BE49-F238E27FC236}">
                <a16:creationId xmlns:a16="http://schemas.microsoft.com/office/drawing/2014/main" id="{9F4E83C8-2FB9-49DF-B800-E9566F729EAB}"/>
              </a:ext>
            </a:extLst>
          </p:cNvPr>
          <p:cNvSpPr>
            <a:spLocks xmlns:a="http://schemas.openxmlformats.org/drawingml/2006/main" noGrp="1"/>
          </p:cNvSpPr>
          <p:nvPr/>
        </p:nvSpPr>
        <p:spPr>
          <a:xfrm xmlns:a="http://schemas.openxmlformats.org/drawingml/2006/main">
            <a:off x="609600" y="6305550"/>
            <a:ext cx="10972800" cy="0"/>
          </a:xfrm>
          <a:prstGeom xmlns:a="http://schemas.openxmlformats.org/drawingml/2006/main" prst="line">
            <a:avLst/>
          </a:prstGeom>
          <a:noFill xmlns:a="http://schemas.openxmlformats.org/drawingml/2006/main"/>
          <a:ln xmlns:a="http://schemas.openxmlformats.org/drawingml/2006/main" w="9525">
            <a:solidFill>
              <a:srgbClr val="CED7DC"/>
            </a:solidFill>
          </a:ln>
        </p:spPr>
      </p:sp>
      <p:sp>
        <p:nvSpPr>
          <p:cNvPr id="6" name="">
            <a:extLst xmlns:a="http://schemas.openxmlformats.org/drawingml/2006/main">
              <a:ext uri="{FF2B5EF4-FFF2-40B4-BE49-F238E27FC236}">
                <a16:creationId xmlns:a16="http://schemas.microsoft.com/office/drawing/2014/main" id="{2424768B-9D64-4E15-9804-9042A0B008D1}"/>
              </a:ext>
            </a:extLst>
          </p:cNvPr>
          <p:cNvSpPr>
            <a:spLocks xmlns:a="http://schemas.openxmlformats.org/drawingml/2006/main" noGrp="1"/>
          </p:cNvSpPr>
          <p:nvPr/>
        </p:nvSpPr>
        <p:spPr>
          <a:xfrm xmlns:a="http://schemas.openxmlformats.org/drawingml/2006/main">
            <a:off x="60960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86778"/>
                </a:solidFill>
                <a:latin typeface="Helvetica Neue"/>
                <a:ea typeface="Helvetica Neue"/>
                <a:cs typeface="Helvetica Neue"/>
              </a:defRPr>
            </a:defPPr>
            <a:lvl1pPr algn="l">
              <a:defRPr sz="1275" b="0">
                <a:solidFill>
                  <a:srgbClr val="586778"/>
                </a:solidFill>
                <a:latin typeface="Helvetica Neue"/>
                <a:ea typeface="Helvetica Neue"/>
                <a:cs typeface="Helvetica Neue"/>
              </a:defRPr>
            </a:lvl1pPr>
            <a:lvl2pPr algn="l">
              <a:defRPr sz="1275" b="0">
                <a:solidFill>
                  <a:srgbClr val="586778"/>
                </a:solidFill>
                <a:latin typeface="Helvetica Neue"/>
                <a:ea typeface="Helvetica Neue"/>
                <a:cs typeface="Helvetica Neue"/>
              </a:defRPr>
            </a:lvl2pPr>
            <a:lvl3pPr algn="l">
              <a:defRPr sz="1275" b="0">
                <a:solidFill>
                  <a:srgbClr val="586778"/>
                </a:solidFill>
                <a:latin typeface="Helvetica Neue"/>
                <a:ea typeface="Helvetica Neue"/>
                <a:cs typeface="Helvetica Neue"/>
              </a:defRPr>
            </a:lvl3pPr>
            <a:lvl4pPr algn="l">
              <a:defRPr sz="1275" b="0">
                <a:solidFill>
                  <a:srgbClr val="586778"/>
                </a:solidFill>
                <a:latin typeface="Helvetica Neue"/>
                <a:ea typeface="Helvetica Neue"/>
                <a:cs typeface="Helvetica Neue"/>
              </a:defRPr>
            </a:lvl4pPr>
            <a:lvl5pPr algn="l">
              <a:defRPr sz="1275" b="0">
                <a:solidFill>
                  <a:srgbClr val="586778"/>
                </a:solidFill>
                <a:latin typeface="Helvetica Neue"/>
                <a:ea typeface="Helvetica Neue"/>
                <a:cs typeface="Helvetica Neue"/>
              </a:defRPr>
            </a:lvl5pPr>
            <a:lvl6pPr algn="l">
              <a:defRPr sz="1275" b="0">
                <a:solidFill>
                  <a:srgbClr val="586778"/>
                </a:solidFill>
                <a:latin typeface="Helvetica Neue"/>
                <a:ea typeface="Helvetica Neue"/>
                <a:cs typeface="Helvetica Neue"/>
              </a:defRPr>
            </a:lvl6pPr>
            <a:lvl7pPr algn="l">
              <a:defRPr sz="1275" b="0">
                <a:solidFill>
                  <a:srgbClr val="586778"/>
                </a:solidFill>
                <a:latin typeface="Helvetica Neue"/>
                <a:ea typeface="Helvetica Neue"/>
                <a:cs typeface="Helvetica Neue"/>
              </a:defRPr>
            </a:lvl7pPr>
            <a:lvl8pPr algn="l">
              <a:defRPr sz="1275" b="0">
                <a:solidFill>
                  <a:srgbClr val="586778"/>
                </a:solidFill>
                <a:latin typeface="Helvetica Neue"/>
                <a:ea typeface="Helvetica Neue"/>
                <a:cs typeface="Helvetica Neue"/>
              </a:defRPr>
            </a:lvl8pPr>
            <a:lvl9pPr algn="l">
              <a:defRPr sz="1275" b="0">
                <a:solidFill>
                  <a:srgbClr val="586778"/>
                </a:solidFill>
                <a:latin typeface="Helvetica Neue"/>
                <a:ea typeface="Helvetica Neue"/>
                <a:cs typeface="Helvetica Neue"/>
              </a:defRPr>
            </a:lvl9pPr>
          </a:lstStyle>
          <a:p xmlns:a="http://schemas.openxmlformats.org/drawingml/2006/main">
            <a:pPr algn="l">
              <a:defRPr sz="1275" b="0">
                <a:solidFill>
                  <a:srgbClr val="586778"/>
                </a:solidFill>
                <a:latin typeface="Helvetica Neue"/>
                <a:ea typeface="Helvetica Neue"/>
                <a:cs typeface="Helvetica Neue"/>
              </a:defRPr>
            </a:pPr>
            <a:r>
              <a:rPr sz="1275" b="0">
                <a:solidFill>
                  <a:srgbClr val="586778"/>
                </a:solidFill>
                <a:latin typeface="Helvetica Neue"/>
                <a:ea typeface="Helvetica Neue"/>
                <a:cs typeface="Helvetica Neue"/>
              </a:rPr>
              <a:t>Защита проекта, 22 октября 2026</a:t>
            </a:r>
          </a:p>
        </p:txBody>
      </p:sp>
      <p:sp>
        <p:nvSpPr>
          <p:cNvPr id="7" name="">
            <a:extLst xmlns:a="http://schemas.openxmlformats.org/drawingml/2006/main">
              <a:ext uri="{FF2B5EF4-FFF2-40B4-BE49-F238E27FC236}">
                <a16:creationId xmlns:a16="http://schemas.microsoft.com/office/drawing/2014/main" id="{BB585811-73DE-40CF-9C8A-3C8747CD0BDA}"/>
              </a:ext>
            </a:extLst>
          </p:cNvPr>
          <p:cNvSpPr>
            <a:spLocks xmlns:a="http://schemas.openxmlformats.org/drawingml/2006/main" noGrp="1"/>
          </p:cNvSpPr>
          <p:nvPr/>
        </p:nvSpPr>
        <p:spPr>
          <a:xfrm xmlns:a="http://schemas.openxmlformats.org/drawingml/2006/main">
            <a:off x="609600" y="3095625"/>
            <a:ext cx="1981200"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4056BD"/>
                </a:solidFill>
                <a:latin typeface="Helvetica Neue"/>
                <a:ea typeface="Helvetica Neue"/>
                <a:cs typeface="Helvetica Neue"/>
              </a:defRPr>
            </a:defPPr>
            <a:lvl1pPr algn="ctr">
              <a:defRPr sz="1800" b="1">
                <a:solidFill>
                  <a:srgbClr val="4056BD"/>
                </a:solidFill>
                <a:latin typeface="Helvetica Neue"/>
                <a:ea typeface="Helvetica Neue"/>
                <a:cs typeface="Helvetica Neue"/>
              </a:defRPr>
            </a:lvl1pPr>
            <a:lvl2pPr algn="ctr">
              <a:defRPr sz="1800" b="1">
                <a:solidFill>
                  <a:srgbClr val="4056BD"/>
                </a:solidFill>
                <a:latin typeface="Helvetica Neue"/>
                <a:ea typeface="Helvetica Neue"/>
                <a:cs typeface="Helvetica Neue"/>
              </a:defRPr>
            </a:lvl2pPr>
            <a:lvl3pPr algn="ctr">
              <a:defRPr sz="1800" b="1">
                <a:solidFill>
                  <a:srgbClr val="4056BD"/>
                </a:solidFill>
                <a:latin typeface="Helvetica Neue"/>
                <a:ea typeface="Helvetica Neue"/>
                <a:cs typeface="Helvetica Neue"/>
              </a:defRPr>
            </a:lvl3pPr>
            <a:lvl4pPr algn="ctr">
              <a:defRPr sz="1800" b="1">
                <a:solidFill>
                  <a:srgbClr val="4056BD"/>
                </a:solidFill>
                <a:latin typeface="Helvetica Neue"/>
                <a:ea typeface="Helvetica Neue"/>
                <a:cs typeface="Helvetica Neue"/>
              </a:defRPr>
            </a:lvl4pPr>
            <a:lvl5pPr algn="ctr">
              <a:defRPr sz="1800" b="1">
                <a:solidFill>
                  <a:srgbClr val="4056BD"/>
                </a:solidFill>
                <a:latin typeface="Helvetica Neue"/>
                <a:ea typeface="Helvetica Neue"/>
                <a:cs typeface="Helvetica Neue"/>
              </a:defRPr>
            </a:lvl5pPr>
            <a:lvl6pPr algn="ctr">
              <a:defRPr sz="1800" b="1">
                <a:solidFill>
                  <a:srgbClr val="4056BD"/>
                </a:solidFill>
                <a:latin typeface="Helvetica Neue"/>
                <a:ea typeface="Helvetica Neue"/>
                <a:cs typeface="Helvetica Neue"/>
              </a:defRPr>
            </a:lvl6pPr>
            <a:lvl7pPr algn="ctr">
              <a:defRPr sz="1800" b="1">
                <a:solidFill>
                  <a:srgbClr val="4056BD"/>
                </a:solidFill>
                <a:latin typeface="Helvetica Neue"/>
                <a:ea typeface="Helvetica Neue"/>
                <a:cs typeface="Helvetica Neue"/>
              </a:defRPr>
            </a:lvl7pPr>
            <a:lvl8pPr algn="ctr">
              <a:defRPr sz="1800" b="1">
                <a:solidFill>
                  <a:srgbClr val="4056BD"/>
                </a:solidFill>
                <a:latin typeface="Helvetica Neue"/>
                <a:ea typeface="Helvetica Neue"/>
                <a:cs typeface="Helvetica Neue"/>
              </a:defRPr>
            </a:lvl8pPr>
            <a:lvl9pPr algn="ctr">
              <a:defRPr sz="1800" b="1">
                <a:solidFill>
                  <a:srgbClr val="4056BD"/>
                </a:solidFill>
                <a:latin typeface="Helvetica Neue"/>
                <a:ea typeface="Helvetica Neue"/>
                <a:cs typeface="Helvetica Neue"/>
              </a:defRPr>
            </a:lvl9pPr>
          </a:lstStyle>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1</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Moodle +</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пары</a:t>
            </a:r>
          </a:p>
        </p:txBody>
      </p:sp>
      <p:sp>
        <p:nvSpPr>
          <p:cNvPr id="8" name="">
            <a:extLst xmlns:a="http://schemas.openxmlformats.org/drawingml/2006/main">
              <a:ext uri="{FF2B5EF4-FFF2-40B4-BE49-F238E27FC236}">
                <a16:creationId xmlns:a16="http://schemas.microsoft.com/office/drawing/2014/main" id="{CFCCC89D-76C5-4F9E-9A41-BBC7234FC640}"/>
              </a:ext>
            </a:extLst>
          </p:cNvPr>
          <p:cNvSpPr>
            <a:spLocks xmlns:a="http://schemas.openxmlformats.org/drawingml/2006/main" noGrp="1"/>
          </p:cNvSpPr>
          <p:nvPr/>
        </p:nvSpPr>
        <p:spPr>
          <a:xfrm xmlns:a="http://schemas.openxmlformats.org/drawingml/2006/main">
            <a:off x="2857500" y="3095625"/>
            <a:ext cx="1981200"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4056BD"/>
                </a:solidFill>
                <a:latin typeface="Helvetica Neue"/>
                <a:ea typeface="Helvetica Neue"/>
                <a:cs typeface="Helvetica Neue"/>
              </a:defRPr>
            </a:defPPr>
            <a:lvl1pPr algn="ctr">
              <a:defRPr sz="1800" b="1">
                <a:solidFill>
                  <a:srgbClr val="4056BD"/>
                </a:solidFill>
                <a:latin typeface="Helvetica Neue"/>
                <a:ea typeface="Helvetica Neue"/>
                <a:cs typeface="Helvetica Neue"/>
              </a:defRPr>
            </a:lvl1pPr>
            <a:lvl2pPr algn="ctr">
              <a:defRPr sz="1800" b="1">
                <a:solidFill>
                  <a:srgbClr val="4056BD"/>
                </a:solidFill>
                <a:latin typeface="Helvetica Neue"/>
                <a:ea typeface="Helvetica Neue"/>
                <a:cs typeface="Helvetica Neue"/>
              </a:defRPr>
            </a:lvl2pPr>
            <a:lvl3pPr algn="ctr">
              <a:defRPr sz="1800" b="1">
                <a:solidFill>
                  <a:srgbClr val="4056BD"/>
                </a:solidFill>
                <a:latin typeface="Helvetica Neue"/>
                <a:ea typeface="Helvetica Neue"/>
                <a:cs typeface="Helvetica Neue"/>
              </a:defRPr>
            </a:lvl3pPr>
            <a:lvl4pPr algn="ctr">
              <a:defRPr sz="1800" b="1">
                <a:solidFill>
                  <a:srgbClr val="4056BD"/>
                </a:solidFill>
                <a:latin typeface="Helvetica Neue"/>
                <a:ea typeface="Helvetica Neue"/>
                <a:cs typeface="Helvetica Neue"/>
              </a:defRPr>
            </a:lvl4pPr>
            <a:lvl5pPr algn="ctr">
              <a:defRPr sz="1800" b="1">
                <a:solidFill>
                  <a:srgbClr val="4056BD"/>
                </a:solidFill>
                <a:latin typeface="Helvetica Neue"/>
                <a:ea typeface="Helvetica Neue"/>
                <a:cs typeface="Helvetica Neue"/>
              </a:defRPr>
            </a:lvl5pPr>
            <a:lvl6pPr algn="ctr">
              <a:defRPr sz="1800" b="1">
                <a:solidFill>
                  <a:srgbClr val="4056BD"/>
                </a:solidFill>
                <a:latin typeface="Helvetica Neue"/>
                <a:ea typeface="Helvetica Neue"/>
                <a:cs typeface="Helvetica Neue"/>
              </a:defRPr>
            </a:lvl6pPr>
            <a:lvl7pPr algn="ctr">
              <a:defRPr sz="1800" b="1">
                <a:solidFill>
                  <a:srgbClr val="4056BD"/>
                </a:solidFill>
                <a:latin typeface="Helvetica Neue"/>
                <a:ea typeface="Helvetica Neue"/>
                <a:cs typeface="Helvetica Neue"/>
              </a:defRPr>
            </a:lvl7pPr>
            <a:lvl8pPr algn="ctr">
              <a:defRPr sz="1800" b="1">
                <a:solidFill>
                  <a:srgbClr val="4056BD"/>
                </a:solidFill>
                <a:latin typeface="Helvetica Neue"/>
                <a:ea typeface="Helvetica Neue"/>
                <a:cs typeface="Helvetica Neue"/>
              </a:defRPr>
            </a:lvl8pPr>
            <a:lvl9pPr algn="ctr">
              <a:defRPr sz="1800" b="1">
                <a:solidFill>
                  <a:srgbClr val="4056BD"/>
                </a:solidFill>
                <a:latin typeface="Helvetica Neue"/>
                <a:ea typeface="Helvetica Neue"/>
                <a:cs typeface="Helvetica Neue"/>
              </a:defRPr>
            </a:lvl9pPr>
          </a:lstStyle>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2</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Предложение</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из чата</a:t>
            </a:r>
          </a:p>
        </p:txBody>
      </p:sp>
      <p:sp>
        <p:nvSpPr>
          <p:cNvPr id="9" name="">
            <a:extLst xmlns:a="http://schemas.openxmlformats.org/drawingml/2006/main">
              <a:ext uri="{FF2B5EF4-FFF2-40B4-BE49-F238E27FC236}">
                <a16:creationId xmlns:a16="http://schemas.microsoft.com/office/drawing/2014/main" id="{3D6B9174-945A-4346-889F-E8DB73F448C6}"/>
              </a:ext>
            </a:extLst>
          </p:cNvPr>
          <p:cNvSpPr>
            <a:spLocks xmlns:a="http://schemas.openxmlformats.org/drawingml/2006/main" noGrp="1"/>
          </p:cNvSpPr>
          <p:nvPr/>
        </p:nvSpPr>
        <p:spPr>
          <a:xfrm xmlns:a="http://schemas.openxmlformats.org/drawingml/2006/main">
            <a:off x="5105400" y="3095625"/>
            <a:ext cx="1981200"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087F8C"/>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087F8C"/>
                </a:solidFill>
                <a:latin typeface="Helvetica Neue"/>
                <a:ea typeface="Helvetica Neue"/>
                <a:cs typeface="Helvetica Neue"/>
              </a:defRPr>
            </a:defPPr>
            <a:lvl1pPr algn="ctr">
              <a:defRPr sz="1800" b="1">
                <a:solidFill>
                  <a:srgbClr val="087F8C"/>
                </a:solidFill>
                <a:latin typeface="Helvetica Neue"/>
                <a:ea typeface="Helvetica Neue"/>
                <a:cs typeface="Helvetica Neue"/>
              </a:defRPr>
            </a:lvl1pPr>
            <a:lvl2pPr algn="ctr">
              <a:defRPr sz="1800" b="1">
                <a:solidFill>
                  <a:srgbClr val="087F8C"/>
                </a:solidFill>
                <a:latin typeface="Helvetica Neue"/>
                <a:ea typeface="Helvetica Neue"/>
                <a:cs typeface="Helvetica Neue"/>
              </a:defRPr>
            </a:lvl2pPr>
            <a:lvl3pPr algn="ctr">
              <a:defRPr sz="1800" b="1">
                <a:solidFill>
                  <a:srgbClr val="087F8C"/>
                </a:solidFill>
                <a:latin typeface="Helvetica Neue"/>
                <a:ea typeface="Helvetica Neue"/>
                <a:cs typeface="Helvetica Neue"/>
              </a:defRPr>
            </a:lvl3pPr>
            <a:lvl4pPr algn="ctr">
              <a:defRPr sz="1800" b="1">
                <a:solidFill>
                  <a:srgbClr val="087F8C"/>
                </a:solidFill>
                <a:latin typeface="Helvetica Neue"/>
                <a:ea typeface="Helvetica Neue"/>
                <a:cs typeface="Helvetica Neue"/>
              </a:defRPr>
            </a:lvl4pPr>
            <a:lvl5pPr algn="ctr">
              <a:defRPr sz="1800" b="1">
                <a:solidFill>
                  <a:srgbClr val="087F8C"/>
                </a:solidFill>
                <a:latin typeface="Helvetica Neue"/>
                <a:ea typeface="Helvetica Neue"/>
                <a:cs typeface="Helvetica Neue"/>
              </a:defRPr>
            </a:lvl5pPr>
            <a:lvl6pPr algn="ctr">
              <a:defRPr sz="1800" b="1">
                <a:solidFill>
                  <a:srgbClr val="087F8C"/>
                </a:solidFill>
                <a:latin typeface="Helvetica Neue"/>
                <a:ea typeface="Helvetica Neue"/>
                <a:cs typeface="Helvetica Neue"/>
              </a:defRPr>
            </a:lvl6pPr>
            <a:lvl7pPr algn="ctr">
              <a:defRPr sz="1800" b="1">
                <a:solidFill>
                  <a:srgbClr val="087F8C"/>
                </a:solidFill>
                <a:latin typeface="Helvetica Neue"/>
                <a:ea typeface="Helvetica Neue"/>
                <a:cs typeface="Helvetica Neue"/>
              </a:defRPr>
            </a:lvl7pPr>
            <a:lvl8pPr algn="ctr">
              <a:defRPr sz="1800" b="1">
                <a:solidFill>
                  <a:srgbClr val="087F8C"/>
                </a:solidFill>
                <a:latin typeface="Helvetica Neue"/>
                <a:ea typeface="Helvetica Neue"/>
                <a:cs typeface="Helvetica Neue"/>
              </a:defRPr>
            </a:lvl8pPr>
            <a:lvl9pPr algn="ctr">
              <a:defRPr sz="1800" b="1">
                <a:solidFill>
                  <a:srgbClr val="087F8C"/>
                </a:solidFill>
                <a:latin typeface="Helvetica Neue"/>
                <a:ea typeface="Helvetica Neue"/>
                <a:cs typeface="Helvetica Neue"/>
              </a:defRPr>
            </a:lvl9pPr>
          </a:lstStyle>
          <a:p xmlns:a="http://schemas.openxmlformats.org/drawingml/2006/main">
            <a:pPr algn="ct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3</a:t>
            </a:r>
          </a:p>
          <a:p xmlns:a="http://schemas.openxmlformats.org/drawingml/2006/main">
            <a:pPr algn="ct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Согласие</a:t>
            </a:r>
          </a:p>
          <a:p xmlns:a="http://schemas.openxmlformats.org/drawingml/2006/main">
            <a:pPr algn="ctr">
              <a:defRPr sz="1800" b="1">
                <a:solidFill>
                  <a:srgbClr val="087F8C"/>
                </a:solidFill>
                <a:latin typeface="Helvetica Neue"/>
                <a:ea typeface="Helvetica Neue"/>
                <a:cs typeface="Helvetica Neue"/>
              </a:defRPr>
            </a:pPr>
            <a:r>
              <a:rPr sz="1800" b="1">
                <a:solidFill>
                  <a:srgbClr val="087F8C"/>
                </a:solidFill>
                <a:latin typeface="Helvetica Neue"/>
                <a:ea typeface="Helvetica Neue"/>
                <a:cs typeface="Helvetica Neue"/>
              </a:rPr>
              <a:t>на версию</a:t>
            </a:r>
          </a:p>
        </p:txBody>
      </p:sp>
      <p:sp>
        <p:nvSpPr>
          <p:cNvPr id="10" name="">
            <a:extLst xmlns:a="http://schemas.openxmlformats.org/drawingml/2006/main">
              <a:ext uri="{FF2B5EF4-FFF2-40B4-BE49-F238E27FC236}">
                <a16:creationId xmlns:a16="http://schemas.microsoft.com/office/drawing/2014/main" id="{AAE81DC5-4ABD-400D-A18A-2020CF00AFE9}"/>
              </a:ext>
            </a:extLst>
          </p:cNvPr>
          <p:cNvSpPr>
            <a:spLocks xmlns:a="http://schemas.openxmlformats.org/drawingml/2006/main" noGrp="1"/>
          </p:cNvSpPr>
          <p:nvPr/>
        </p:nvSpPr>
        <p:spPr>
          <a:xfrm xmlns:a="http://schemas.openxmlformats.org/drawingml/2006/main">
            <a:off x="7353300" y="3095625"/>
            <a:ext cx="1981200"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4056BD"/>
                </a:solidFill>
                <a:latin typeface="Helvetica Neue"/>
                <a:ea typeface="Helvetica Neue"/>
                <a:cs typeface="Helvetica Neue"/>
              </a:defRPr>
            </a:defPPr>
            <a:lvl1pPr algn="ctr">
              <a:defRPr sz="1800" b="1">
                <a:solidFill>
                  <a:srgbClr val="4056BD"/>
                </a:solidFill>
                <a:latin typeface="Helvetica Neue"/>
                <a:ea typeface="Helvetica Neue"/>
                <a:cs typeface="Helvetica Neue"/>
              </a:defRPr>
            </a:lvl1pPr>
            <a:lvl2pPr algn="ctr">
              <a:defRPr sz="1800" b="1">
                <a:solidFill>
                  <a:srgbClr val="4056BD"/>
                </a:solidFill>
                <a:latin typeface="Helvetica Neue"/>
                <a:ea typeface="Helvetica Neue"/>
                <a:cs typeface="Helvetica Neue"/>
              </a:defRPr>
            </a:lvl2pPr>
            <a:lvl3pPr algn="ctr">
              <a:defRPr sz="1800" b="1">
                <a:solidFill>
                  <a:srgbClr val="4056BD"/>
                </a:solidFill>
                <a:latin typeface="Helvetica Neue"/>
                <a:ea typeface="Helvetica Neue"/>
                <a:cs typeface="Helvetica Neue"/>
              </a:defRPr>
            </a:lvl3pPr>
            <a:lvl4pPr algn="ctr">
              <a:defRPr sz="1800" b="1">
                <a:solidFill>
                  <a:srgbClr val="4056BD"/>
                </a:solidFill>
                <a:latin typeface="Helvetica Neue"/>
                <a:ea typeface="Helvetica Neue"/>
                <a:cs typeface="Helvetica Neue"/>
              </a:defRPr>
            </a:lvl4pPr>
            <a:lvl5pPr algn="ctr">
              <a:defRPr sz="1800" b="1">
                <a:solidFill>
                  <a:srgbClr val="4056BD"/>
                </a:solidFill>
                <a:latin typeface="Helvetica Neue"/>
                <a:ea typeface="Helvetica Neue"/>
                <a:cs typeface="Helvetica Neue"/>
              </a:defRPr>
            </a:lvl5pPr>
            <a:lvl6pPr algn="ctr">
              <a:defRPr sz="1800" b="1">
                <a:solidFill>
                  <a:srgbClr val="4056BD"/>
                </a:solidFill>
                <a:latin typeface="Helvetica Neue"/>
                <a:ea typeface="Helvetica Neue"/>
                <a:cs typeface="Helvetica Neue"/>
              </a:defRPr>
            </a:lvl6pPr>
            <a:lvl7pPr algn="ctr">
              <a:defRPr sz="1800" b="1">
                <a:solidFill>
                  <a:srgbClr val="4056BD"/>
                </a:solidFill>
                <a:latin typeface="Helvetica Neue"/>
                <a:ea typeface="Helvetica Neue"/>
                <a:cs typeface="Helvetica Neue"/>
              </a:defRPr>
            </a:lvl7pPr>
            <a:lvl8pPr algn="ctr">
              <a:defRPr sz="1800" b="1">
                <a:solidFill>
                  <a:srgbClr val="4056BD"/>
                </a:solidFill>
                <a:latin typeface="Helvetica Neue"/>
                <a:ea typeface="Helvetica Neue"/>
                <a:cs typeface="Helvetica Neue"/>
              </a:defRPr>
            </a:lvl8pPr>
            <a:lvl9pPr algn="ctr">
              <a:defRPr sz="1800" b="1">
                <a:solidFill>
                  <a:srgbClr val="4056BD"/>
                </a:solidFill>
                <a:latin typeface="Helvetica Neue"/>
                <a:ea typeface="Helvetica Neue"/>
                <a:cs typeface="Helvetica Neue"/>
              </a:defRPr>
            </a:lvl9pPr>
          </a:lstStyle>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4</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Запись</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в Calendar</a:t>
            </a:r>
          </a:p>
        </p:txBody>
      </p:sp>
      <p:sp>
        <p:nvSpPr>
          <p:cNvPr id="11" name="">
            <a:extLst xmlns:a="http://schemas.openxmlformats.org/drawingml/2006/main">
              <a:ext uri="{FF2B5EF4-FFF2-40B4-BE49-F238E27FC236}">
                <a16:creationId xmlns:a16="http://schemas.microsoft.com/office/drawing/2014/main" id="{9ED12182-57FC-4F8B-870E-12C3B20D8BE3}"/>
              </a:ext>
            </a:extLst>
          </p:cNvPr>
          <p:cNvSpPr>
            <a:spLocks xmlns:a="http://schemas.openxmlformats.org/drawingml/2006/main" noGrp="1"/>
          </p:cNvSpPr>
          <p:nvPr/>
        </p:nvSpPr>
        <p:spPr>
          <a:xfrm xmlns:a="http://schemas.openxmlformats.org/drawingml/2006/main">
            <a:off x="9601200" y="3095625"/>
            <a:ext cx="1981200"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4056BD"/>
                </a:solidFill>
                <a:latin typeface="Helvetica Neue"/>
                <a:ea typeface="Helvetica Neue"/>
                <a:cs typeface="Helvetica Neue"/>
              </a:defRPr>
            </a:defPPr>
            <a:lvl1pPr algn="ctr">
              <a:defRPr sz="1800" b="1">
                <a:solidFill>
                  <a:srgbClr val="4056BD"/>
                </a:solidFill>
                <a:latin typeface="Helvetica Neue"/>
                <a:ea typeface="Helvetica Neue"/>
                <a:cs typeface="Helvetica Neue"/>
              </a:defRPr>
            </a:lvl1pPr>
            <a:lvl2pPr algn="ctr">
              <a:defRPr sz="1800" b="1">
                <a:solidFill>
                  <a:srgbClr val="4056BD"/>
                </a:solidFill>
                <a:latin typeface="Helvetica Neue"/>
                <a:ea typeface="Helvetica Neue"/>
                <a:cs typeface="Helvetica Neue"/>
              </a:defRPr>
            </a:lvl2pPr>
            <a:lvl3pPr algn="ctr">
              <a:defRPr sz="1800" b="1">
                <a:solidFill>
                  <a:srgbClr val="4056BD"/>
                </a:solidFill>
                <a:latin typeface="Helvetica Neue"/>
                <a:ea typeface="Helvetica Neue"/>
                <a:cs typeface="Helvetica Neue"/>
              </a:defRPr>
            </a:lvl3pPr>
            <a:lvl4pPr algn="ctr">
              <a:defRPr sz="1800" b="1">
                <a:solidFill>
                  <a:srgbClr val="4056BD"/>
                </a:solidFill>
                <a:latin typeface="Helvetica Neue"/>
                <a:ea typeface="Helvetica Neue"/>
                <a:cs typeface="Helvetica Neue"/>
              </a:defRPr>
            </a:lvl4pPr>
            <a:lvl5pPr algn="ctr">
              <a:defRPr sz="1800" b="1">
                <a:solidFill>
                  <a:srgbClr val="4056BD"/>
                </a:solidFill>
                <a:latin typeface="Helvetica Neue"/>
                <a:ea typeface="Helvetica Neue"/>
                <a:cs typeface="Helvetica Neue"/>
              </a:defRPr>
            </a:lvl5pPr>
            <a:lvl6pPr algn="ctr">
              <a:defRPr sz="1800" b="1">
                <a:solidFill>
                  <a:srgbClr val="4056BD"/>
                </a:solidFill>
                <a:latin typeface="Helvetica Neue"/>
                <a:ea typeface="Helvetica Neue"/>
                <a:cs typeface="Helvetica Neue"/>
              </a:defRPr>
            </a:lvl6pPr>
            <a:lvl7pPr algn="ctr">
              <a:defRPr sz="1800" b="1">
                <a:solidFill>
                  <a:srgbClr val="4056BD"/>
                </a:solidFill>
                <a:latin typeface="Helvetica Neue"/>
                <a:ea typeface="Helvetica Neue"/>
                <a:cs typeface="Helvetica Neue"/>
              </a:defRPr>
            </a:lvl7pPr>
            <a:lvl8pPr algn="ctr">
              <a:defRPr sz="1800" b="1">
                <a:solidFill>
                  <a:srgbClr val="4056BD"/>
                </a:solidFill>
                <a:latin typeface="Helvetica Neue"/>
                <a:ea typeface="Helvetica Neue"/>
                <a:cs typeface="Helvetica Neue"/>
              </a:defRPr>
            </a:lvl8pPr>
            <a:lvl9pPr algn="ctr">
              <a:defRPr sz="1800" b="1">
                <a:solidFill>
                  <a:srgbClr val="4056BD"/>
                </a:solidFill>
                <a:latin typeface="Helvetica Neue"/>
                <a:ea typeface="Helvetica Neue"/>
                <a:cs typeface="Helvetica Neue"/>
              </a:defRPr>
            </a:lvl9pPr>
          </a:lstStyle>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5</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Независимая</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проверка</a:t>
            </a:r>
          </a:p>
        </p:txBody>
      </p:sp>
      <p:sp>
        <p:nvSpPr>
          <p:cNvPr id="16" name="">
            <a:extLst xmlns:a="http://schemas.openxmlformats.org/drawingml/2006/main">
              <a:ext uri="{FF2B5EF4-FFF2-40B4-BE49-F238E27FC236}">
                <a16:creationId xmlns:a16="http://schemas.microsoft.com/office/drawing/2014/main" id="{29C5E116-B673-4D0A-8FC9-ED9673D25395}"/>
              </a:ext>
            </a:extLst>
          </p:cNvPr>
          <p:cNvSpPr>
            <a:spLocks xmlns:a="http://schemas.openxmlformats.org/drawingml/2006/main" noGrp="1"/>
          </p:cNvSpPr>
          <p:nvPr/>
        </p:nvSpPr>
        <p:spPr>
          <a:xfrm xmlns:a="http://schemas.openxmlformats.org/drawingml/2006/main">
            <a:off x="609600" y="5048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2238"/>
                </a:solidFill>
                <a:latin typeface="Helvetica Neue"/>
                <a:ea typeface="Helvetica Neue"/>
                <a:cs typeface="Helvetica Neue"/>
              </a:defRPr>
            </a:defPPr>
            <a:lvl1pPr algn="l">
              <a:defRPr sz="2100" b="1">
                <a:solidFill>
                  <a:srgbClr val="132238"/>
                </a:solidFill>
                <a:latin typeface="Helvetica Neue"/>
                <a:ea typeface="Helvetica Neue"/>
                <a:cs typeface="Helvetica Neue"/>
              </a:defRPr>
            </a:lvl1pPr>
            <a:lvl2pPr algn="l">
              <a:defRPr sz="2100" b="1">
                <a:solidFill>
                  <a:srgbClr val="132238"/>
                </a:solidFill>
                <a:latin typeface="Helvetica Neue"/>
                <a:ea typeface="Helvetica Neue"/>
                <a:cs typeface="Helvetica Neue"/>
              </a:defRPr>
            </a:lvl2pPr>
            <a:lvl3pPr algn="l">
              <a:defRPr sz="2100" b="1">
                <a:solidFill>
                  <a:srgbClr val="132238"/>
                </a:solidFill>
                <a:latin typeface="Helvetica Neue"/>
                <a:ea typeface="Helvetica Neue"/>
                <a:cs typeface="Helvetica Neue"/>
              </a:defRPr>
            </a:lvl3pPr>
            <a:lvl4pPr algn="l">
              <a:defRPr sz="2100" b="1">
                <a:solidFill>
                  <a:srgbClr val="132238"/>
                </a:solidFill>
                <a:latin typeface="Helvetica Neue"/>
                <a:ea typeface="Helvetica Neue"/>
                <a:cs typeface="Helvetica Neue"/>
              </a:defRPr>
            </a:lvl4pPr>
            <a:lvl5pPr algn="l">
              <a:defRPr sz="2100" b="1">
                <a:solidFill>
                  <a:srgbClr val="132238"/>
                </a:solidFill>
                <a:latin typeface="Helvetica Neue"/>
                <a:ea typeface="Helvetica Neue"/>
                <a:cs typeface="Helvetica Neue"/>
              </a:defRPr>
            </a:lvl5pPr>
            <a:lvl6pPr algn="l">
              <a:defRPr sz="2100" b="1">
                <a:solidFill>
                  <a:srgbClr val="132238"/>
                </a:solidFill>
                <a:latin typeface="Helvetica Neue"/>
                <a:ea typeface="Helvetica Neue"/>
                <a:cs typeface="Helvetica Neue"/>
              </a:defRPr>
            </a:lvl6pPr>
            <a:lvl7pPr algn="l">
              <a:defRPr sz="2100" b="1">
                <a:solidFill>
                  <a:srgbClr val="132238"/>
                </a:solidFill>
                <a:latin typeface="Helvetica Neue"/>
                <a:ea typeface="Helvetica Neue"/>
                <a:cs typeface="Helvetica Neue"/>
              </a:defRPr>
            </a:lvl7pPr>
            <a:lvl8pPr algn="l">
              <a:defRPr sz="2100" b="1">
                <a:solidFill>
                  <a:srgbClr val="132238"/>
                </a:solidFill>
                <a:latin typeface="Helvetica Neue"/>
                <a:ea typeface="Helvetica Neue"/>
                <a:cs typeface="Helvetica Neue"/>
              </a:defRPr>
            </a:lvl8pPr>
            <a:lvl9pPr algn="l">
              <a:defRPr sz="2100" b="1">
                <a:solidFill>
                  <a:srgbClr val="132238"/>
                </a:solidFill>
                <a:latin typeface="Helvetica Neue"/>
                <a:ea typeface="Helvetica Neue"/>
                <a:cs typeface="Helvetica Neue"/>
              </a:defRPr>
            </a:lvl9pPr>
          </a:lstStyle>
          <a:p xmlns:a="http://schemas.openxmlformats.org/drawingml/2006/main">
            <a:pPr algn="l">
              <a:defRPr sz="2100" b="1">
                <a:solidFill>
                  <a:srgbClr val="132238"/>
                </a:solidFill>
                <a:latin typeface="Helvetica Neue"/>
                <a:ea typeface="Helvetica Neue"/>
                <a:cs typeface="Helvetica Neue"/>
              </a:defRPr>
            </a:pPr>
            <a:r>
              <a:rPr sz="2100" b="1">
                <a:solidFill>
                  <a:srgbClr val="132238"/>
                </a:solidFill>
                <a:latin typeface="Helvetica Neue"/>
                <a:ea typeface="Helvetica Neue"/>
                <a:cs typeface="Helvetica Neue"/>
              </a:rPr>
              <a:t>Backend проверяет пары и занятость Calendar перед записью.</a:t>
            </a:r>
          </a:p>
        </p:txBody>
      </p:sp>
      <p:sp>
        <p:nvSpPr>
          <p:cNvPr id="17" name="">
            <a:extLst xmlns:a="http://schemas.openxmlformats.org/drawingml/2006/main">
              <a:ext uri="{FF2B5EF4-FFF2-40B4-BE49-F238E27FC236}">
                <a16:creationId xmlns:a16="http://schemas.microsoft.com/office/drawing/2014/main" id="{FB910B2F-E122-4F46-ACED-06517E3146CC}"/>
              </a:ext>
            </a:extLst>
          </p:cNvPr>
          <p:cNvSpPr>
            <a:spLocks xmlns:a="http://schemas.openxmlformats.org/drawingml/2006/main" noGrp="1"/>
          </p:cNvSpPr>
          <p:nvPr/>
        </p:nvSpPr>
        <p:spPr>
          <a:xfrm xmlns:a="http://schemas.openxmlformats.org/drawingml/2006/main">
            <a:off x="609600" y="5638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66A12"/>
                </a:solidFill>
                <a:latin typeface="Helvetica Neue"/>
                <a:ea typeface="Helvetica Neue"/>
                <a:cs typeface="Helvetica Neue"/>
              </a:defRPr>
            </a:defPPr>
            <a:lvl1pPr algn="l">
              <a:defRPr sz="1875" b="0">
                <a:solidFill>
                  <a:srgbClr val="A66A12"/>
                </a:solidFill>
                <a:latin typeface="Helvetica Neue"/>
                <a:ea typeface="Helvetica Neue"/>
                <a:cs typeface="Helvetica Neue"/>
              </a:defRPr>
            </a:lvl1pPr>
            <a:lvl2pPr algn="l">
              <a:defRPr sz="1875" b="0">
                <a:solidFill>
                  <a:srgbClr val="A66A12"/>
                </a:solidFill>
                <a:latin typeface="Helvetica Neue"/>
                <a:ea typeface="Helvetica Neue"/>
                <a:cs typeface="Helvetica Neue"/>
              </a:defRPr>
            </a:lvl2pPr>
            <a:lvl3pPr algn="l">
              <a:defRPr sz="1875" b="0">
                <a:solidFill>
                  <a:srgbClr val="A66A12"/>
                </a:solidFill>
                <a:latin typeface="Helvetica Neue"/>
                <a:ea typeface="Helvetica Neue"/>
                <a:cs typeface="Helvetica Neue"/>
              </a:defRPr>
            </a:lvl3pPr>
            <a:lvl4pPr algn="l">
              <a:defRPr sz="1875" b="0">
                <a:solidFill>
                  <a:srgbClr val="A66A12"/>
                </a:solidFill>
                <a:latin typeface="Helvetica Neue"/>
                <a:ea typeface="Helvetica Neue"/>
                <a:cs typeface="Helvetica Neue"/>
              </a:defRPr>
            </a:lvl4pPr>
            <a:lvl5pPr algn="l">
              <a:defRPr sz="1875" b="0">
                <a:solidFill>
                  <a:srgbClr val="A66A12"/>
                </a:solidFill>
                <a:latin typeface="Helvetica Neue"/>
                <a:ea typeface="Helvetica Neue"/>
                <a:cs typeface="Helvetica Neue"/>
              </a:defRPr>
            </a:lvl5pPr>
            <a:lvl6pPr algn="l">
              <a:defRPr sz="1875" b="0">
                <a:solidFill>
                  <a:srgbClr val="A66A12"/>
                </a:solidFill>
                <a:latin typeface="Helvetica Neue"/>
                <a:ea typeface="Helvetica Neue"/>
                <a:cs typeface="Helvetica Neue"/>
              </a:defRPr>
            </a:lvl6pPr>
            <a:lvl7pPr algn="l">
              <a:defRPr sz="1875" b="0">
                <a:solidFill>
                  <a:srgbClr val="A66A12"/>
                </a:solidFill>
                <a:latin typeface="Helvetica Neue"/>
                <a:ea typeface="Helvetica Neue"/>
                <a:cs typeface="Helvetica Neue"/>
              </a:defRPr>
            </a:lvl7pPr>
            <a:lvl8pPr algn="l">
              <a:defRPr sz="1875" b="0">
                <a:solidFill>
                  <a:srgbClr val="A66A12"/>
                </a:solidFill>
                <a:latin typeface="Helvetica Neue"/>
                <a:ea typeface="Helvetica Neue"/>
                <a:cs typeface="Helvetica Neue"/>
              </a:defRPr>
            </a:lvl8pPr>
            <a:lvl9pPr algn="l">
              <a:defRPr sz="1875" b="0">
                <a:solidFill>
                  <a:srgbClr val="A66A12"/>
                </a:solidFill>
                <a:latin typeface="Helvetica Neue"/>
                <a:ea typeface="Helvetica Neue"/>
                <a:cs typeface="Helvetica Neue"/>
              </a:defRPr>
            </a:lvl9pPr>
          </a:lstStyle>
          <a:p xmlns:a="http://schemas.openxmlformats.org/drawingml/2006/main">
            <a:pPr algn="l">
              <a:defRPr sz="1875" b="0">
                <a:solidFill>
                  <a:srgbClr val="A66A12"/>
                </a:solidFill>
                <a:latin typeface="Helvetica Neue"/>
                <a:ea typeface="Helvetica Neue"/>
                <a:cs typeface="Helvetica Neue"/>
              </a:defRPr>
            </a:pPr>
            <a:r>
              <a:rPr sz="1875" b="0">
                <a:solidFill>
                  <a:srgbClr val="A66A12"/>
                </a:solidFill>
                <a:latin typeface="Helvetica Neue"/>
                <a:ea typeface="Helvetica Neue"/>
                <a:cs typeface="Helvetica Neue"/>
              </a:rPr>
              <a:t>Изменение пар или Calendar требует нового предложения и согласия.</a:t>
            </a:r>
          </a:p>
        </p:txBody>
      </p:sp>
    </p:spTree>
    <p:extLst>
      <p:ext uri="{BB962C8B-B14F-4D97-AF65-F5344CB8AC3E}">
        <p14:creationId xmlns:p14="http://schemas.microsoft.com/office/powerpoint/2010/main" val="182094217"/>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5E155E2D-F8F4-4F6B-A15A-07E6DC1EE021}"/>
              </a:ext>
            </a:extLst>
          </p:cNvPr>
          <p:cNvCxnSpPr>
            <a:stCxn xmlns:a="http://schemas.openxmlformats.org/drawingml/2006/main" id="18" idx="3"/>
            <a:endCxn xmlns:a="http://schemas.openxmlformats.org/drawingml/2006/main" id="19" idx="1"/>
          </p:cNvCxnSpPr>
          <p:nvPr/>
        </p:nvCxnSpPr>
        <p:spPr>
          <a:xfrm xmlns:a="http://schemas.openxmlformats.org/drawingml/2006/main">
            <a:off x="8524875" y="5143500"/>
            <a:ext cx="1028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CCFBBC53-0117-4170-9A88-BE57C97C09ED}"/>
              </a:ext>
            </a:extLst>
          </p:cNvPr>
          <p:cNvCxnSpPr>
            <a:stCxn xmlns:a="http://schemas.openxmlformats.org/drawingml/2006/main" id="17" idx="3"/>
            <a:endCxn xmlns:a="http://schemas.openxmlformats.org/drawingml/2006/main" id="18" idx="1"/>
          </p:cNvCxnSpPr>
          <p:nvPr/>
        </p:nvCxnSpPr>
        <p:spPr>
          <a:xfrm xmlns:a="http://schemas.openxmlformats.org/drawingml/2006/main">
            <a:off x="5543550" y="5143500"/>
            <a:ext cx="1028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F5EDE60A-D04E-43A5-9EA6-805D982BF505}"/>
              </a:ext>
            </a:extLst>
          </p:cNvPr>
          <p:cNvCxnSpPr>
            <a:stCxn xmlns:a="http://schemas.openxmlformats.org/drawingml/2006/main" id="16" idx="3"/>
            <a:endCxn xmlns:a="http://schemas.openxmlformats.org/drawingml/2006/main" id="17" idx="1"/>
          </p:cNvCxnSpPr>
          <p:nvPr/>
        </p:nvCxnSpPr>
        <p:spPr>
          <a:xfrm xmlns:a="http://schemas.openxmlformats.org/drawingml/2006/main">
            <a:off x="2562225" y="5143500"/>
            <a:ext cx="1028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EE2ECA9F-74A1-49AC-A549-DA6B1286ACF9}"/>
              </a:ext>
            </a:extLst>
          </p:cNvPr>
          <p:cNvCxnSpPr>
            <a:stCxn xmlns:a="http://schemas.openxmlformats.org/drawingml/2006/main" id="9" idx="3"/>
            <a:endCxn xmlns:a="http://schemas.openxmlformats.org/drawingml/2006/main" id="10" idx="1"/>
          </p:cNvCxnSpPr>
          <p:nvPr/>
        </p:nvCxnSpPr>
        <p:spPr>
          <a:xfrm xmlns:a="http://schemas.openxmlformats.org/drawingml/2006/main">
            <a:off x="8524875" y="2952750"/>
            <a:ext cx="1028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F9C0EAC0-FC8A-4EF8-9441-05BFF348268A}"/>
              </a:ext>
            </a:extLst>
          </p:cNvPr>
          <p:cNvCxnSpPr>
            <a:stCxn xmlns:a="http://schemas.openxmlformats.org/drawingml/2006/main" id="8" idx="3"/>
            <a:endCxn xmlns:a="http://schemas.openxmlformats.org/drawingml/2006/main" id="9" idx="1"/>
          </p:cNvCxnSpPr>
          <p:nvPr/>
        </p:nvCxnSpPr>
        <p:spPr>
          <a:xfrm xmlns:a="http://schemas.openxmlformats.org/drawingml/2006/main">
            <a:off x="5543550" y="2952750"/>
            <a:ext cx="1028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D27C8E3C-367A-4686-8904-DB1AF42F2C2C}"/>
              </a:ext>
            </a:extLst>
          </p:cNvPr>
          <p:cNvCxnSpPr>
            <a:stCxn xmlns:a="http://schemas.openxmlformats.org/drawingml/2006/main" id="7" idx="3"/>
            <a:endCxn xmlns:a="http://schemas.openxmlformats.org/drawingml/2006/main" id="8" idx="1"/>
          </p:cNvCxnSpPr>
          <p:nvPr/>
        </p:nvCxnSpPr>
        <p:spPr>
          <a:xfrm xmlns:a="http://schemas.openxmlformats.org/drawingml/2006/main">
            <a:off x="2562225" y="2952750"/>
            <a:ext cx="1028700" cy="0"/>
          </a:xfrm>
          <a:prstGeom xmlns:a="http://schemas.openxmlformats.org/drawingml/2006/main" prst="straightConnector1">
            <a:avLst/>
          </a:prstGeom>
          <a:ln xmlns:a="http://schemas.openxmlformats.org/drawingml/2006/main" w="21908">
            <a:solidFill>
              <a:srgbClr val="4056BD"/>
            </a:solidFill>
            <a:prstDash val="solid"/>
            <a:tailEnd type="triangle" w="med" len="med"/>
          </a:ln>
        </p:spPr>
      </p:cxnSp>
      <p:sp>
        <p:nvSpPr>
          <p:cNvPr id="24" name="">
            <a:extLst xmlns:a="http://schemas.openxmlformats.org/drawingml/2006/main">
              <a:ext uri="{FF2B5EF4-FFF2-40B4-BE49-F238E27FC236}">
                <a16:creationId xmlns:a16="http://schemas.microsoft.com/office/drawing/2014/main" id="{AA5DC284-32F6-4FA0-9CAF-31AA5137877B}"/>
              </a:ext>
            </a:extLst>
          </p:cNvPr>
          <p:cNvSpPr>
            <a:spLocks xmlns:a="http://schemas.openxmlformats.org/drawingml/2006/main" noGrp="1"/>
          </p:cNvSpPr>
          <p:nvPr/>
        </p:nvSpPr>
        <p:spPr>
          <a:xfrm xmlns:a="http://schemas.openxmlformats.org/drawingml/2006/main">
            <a:off x="609600" y="342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4056BD"/>
                </a:solidFill>
                <a:latin typeface="Helvetica Neue"/>
                <a:ea typeface="Helvetica Neue"/>
                <a:cs typeface="Helvetica Neue"/>
              </a:defRPr>
            </a:defPPr>
            <a:lvl1pPr algn="l">
              <a:defRPr sz="1650" b="1">
                <a:solidFill>
                  <a:srgbClr val="4056BD"/>
                </a:solidFill>
                <a:latin typeface="Helvetica Neue"/>
                <a:ea typeface="Helvetica Neue"/>
                <a:cs typeface="Helvetica Neue"/>
              </a:defRPr>
            </a:lvl1pPr>
            <a:lvl2pPr algn="l">
              <a:defRPr sz="1650" b="1">
                <a:solidFill>
                  <a:srgbClr val="4056BD"/>
                </a:solidFill>
                <a:latin typeface="Helvetica Neue"/>
                <a:ea typeface="Helvetica Neue"/>
                <a:cs typeface="Helvetica Neue"/>
              </a:defRPr>
            </a:lvl2pPr>
            <a:lvl3pPr algn="l">
              <a:defRPr sz="1650" b="1">
                <a:solidFill>
                  <a:srgbClr val="4056BD"/>
                </a:solidFill>
                <a:latin typeface="Helvetica Neue"/>
                <a:ea typeface="Helvetica Neue"/>
                <a:cs typeface="Helvetica Neue"/>
              </a:defRPr>
            </a:lvl3pPr>
            <a:lvl4pPr algn="l">
              <a:defRPr sz="1650" b="1">
                <a:solidFill>
                  <a:srgbClr val="4056BD"/>
                </a:solidFill>
                <a:latin typeface="Helvetica Neue"/>
                <a:ea typeface="Helvetica Neue"/>
                <a:cs typeface="Helvetica Neue"/>
              </a:defRPr>
            </a:lvl4pPr>
            <a:lvl5pPr algn="l">
              <a:defRPr sz="1650" b="1">
                <a:solidFill>
                  <a:srgbClr val="4056BD"/>
                </a:solidFill>
                <a:latin typeface="Helvetica Neue"/>
                <a:ea typeface="Helvetica Neue"/>
                <a:cs typeface="Helvetica Neue"/>
              </a:defRPr>
            </a:lvl5pPr>
            <a:lvl6pPr algn="l">
              <a:defRPr sz="1650" b="1">
                <a:solidFill>
                  <a:srgbClr val="4056BD"/>
                </a:solidFill>
                <a:latin typeface="Helvetica Neue"/>
                <a:ea typeface="Helvetica Neue"/>
                <a:cs typeface="Helvetica Neue"/>
              </a:defRPr>
            </a:lvl6pPr>
            <a:lvl7pPr algn="l">
              <a:defRPr sz="1650" b="1">
                <a:solidFill>
                  <a:srgbClr val="4056BD"/>
                </a:solidFill>
                <a:latin typeface="Helvetica Neue"/>
                <a:ea typeface="Helvetica Neue"/>
                <a:cs typeface="Helvetica Neue"/>
              </a:defRPr>
            </a:lvl7pPr>
            <a:lvl8pPr algn="l">
              <a:defRPr sz="1650" b="1">
                <a:solidFill>
                  <a:srgbClr val="4056BD"/>
                </a:solidFill>
                <a:latin typeface="Helvetica Neue"/>
                <a:ea typeface="Helvetica Neue"/>
                <a:cs typeface="Helvetica Neue"/>
              </a:defRPr>
            </a:lvl8pPr>
            <a:lvl9pPr algn="l">
              <a:defRPr sz="1650" b="1">
                <a:solidFill>
                  <a:srgbClr val="4056BD"/>
                </a:solidFill>
                <a:latin typeface="Helvetica Neue"/>
                <a:ea typeface="Helvetica Neue"/>
                <a:cs typeface="Helvetica Neue"/>
              </a:defRPr>
            </a:lvl9pPr>
          </a:lstStyle>
          <a:p xmlns:a="http://schemas.openxmlformats.org/drawingml/2006/main">
            <a:pPr algn="l">
              <a:defRPr sz="1650" b="1">
                <a:solidFill>
                  <a:srgbClr val="4056BD"/>
                </a:solidFill>
                <a:latin typeface="Helvetica Neue"/>
                <a:ea typeface="Helvetica Neue"/>
                <a:cs typeface="Helvetica Neue"/>
              </a:defRPr>
            </a:pPr>
            <a:r>
              <a:rPr sz="1650" b="1">
                <a:solidFill>
                  <a:srgbClr val="4056BD"/>
                </a:solidFill>
                <a:latin typeface="Helvetica Neue"/>
                <a:ea typeface="Helvetica Neue"/>
                <a:cs typeface="Helvetica Neue"/>
              </a:rPr>
              <a:t>CampusPulse AI</a:t>
            </a:r>
          </a:p>
        </p:txBody>
      </p:sp>
      <p:sp>
        <p:nvSpPr>
          <p:cNvPr id="2" name="">
            <a:extLst xmlns:a="http://schemas.openxmlformats.org/drawingml/2006/main">
              <a:ext uri="{FF2B5EF4-FFF2-40B4-BE49-F238E27FC236}">
                <a16:creationId xmlns:a16="http://schemas.microsoft.com/office/drawing/2014/main" id="{F32DA0A9-E08F-4353-8350-01473FD174CB}"/>
              </a:ext>
            </a:extLst>
          </p:cNvPr>
          <p:cNvSpPr>
            <a:spLocks xmlns:a="http://schemas.openxmlformats.org/drawingml/2006/main" noGrp="1"/>
          </p:cNvSpPr>
          <p:nvPr/>
        </p:nvSpPr>
        <p:spPr>
          <a:xfrm xmlns:a="http://schemas.openxmlformats.org/drawingml/2006/main">
            <a:off x="10820400" y="3429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86778"/>
                </a:solidFill>
                <a:latin typeface="Helvetica Neue"/>
                <a:ea typeface="Helvetica Neue"/>
                <a:cs typeface="Helvetica Neue"/>
              </a:defRPr>
            </a:defPPr>
            <a:lvl1pPr algn="r">
              <a:defRPr sz="1500" b="0">
                <a:solidFill>
                  <a:srgbClr val="586778"/>
                </a:solidFill>
                <a:latin typeface="Helvetica Neue"/>
                <a:ea typeface="Helvetica Neue"/>
                <a:cs typeface="Helvetica Neue"/>
              </a:defRPr>
            </a:lvl1pPr>
            <a:lvl2pPr algn="r">
              <a:defRPr sz="1500" b="0">
                <a:solidFill>
                  <a:srgbClr val="586778"/>
                </a:solidFill>
                <a:latin typeface="Helvetica Neue"/>
                <a:ea typeface="Helvetica Neue"/>
                <a:cs typeface="Helvetica Neue"/>
              </a:defRPr>
            </a:lvl2pPr>
            <a:lvl3pPr algn="r">
              <a:defRPr sz="1500" b="0">
                <a:solidFill>
                  <a:srgbClr val="586778"/>
                </a:solidFill>
                <a:latin typeface="Helvetica Neue"/>
                <a:ea typeface="Helvetica Neue"/>
                <a:cs typeface="Helvetica Neue"/>
              </a:defRPr>
            </a:lvl3pPr>
            <a:lvl4pPr algn="r">
              <a:defRPr sz="1500" b="0">
                <a:solidFill>
                  <a:srgbClr val="586778"/>
                </a:solidFill>
                <a:latin typeface="Helvetica Neue"/>
                <a:ea typeface="Helvetica Neue"/>
                <a:cs typeface="Helvetica Neue"/>
              </a:defRPr>
            </a:lvl4pPr>
            <a:lvl5pPr algn="r">
              <a:defRPr sz="1500" b="0">
                <a:solidFill>
                  <a:srgbClr val="586778"/>
                </a:solidFill>
                <a:latin typeface="Helvetica Neue"/>
                <a:ea typeface="Helvetica Neue"/>
                <a:cs typeface="Helvetica Neue"/>
              </a:defRPr>
            </a:lvl5pPr>
            <a:lvl6pPr algn="r">
              <a:defRPr sz="1500" b="0">
                <a:solidFill>
                  <a:srgbClr val="586778"/>
                </a:solidFill>
                <a:latin typeface="Helvetica Neue"/>
                <a:ea typeface="Helvetica Neue"/>
                <a:cs typeface="Helvetica Neue"/>
              </a:defRPr>
            </a:lvl6pPr>
            <a:lvl7pPr algn="r">
              <a:defRPr sz="1500" b="0">
                <a:solidFill>
                  <a:srgbClr val="586778"/>
                </a:solidFill>
                <a:latin typeface="Helvetica Neue"/>
                <a:ea typeface="Helvetica Neue"/>
                <a:cs typeface="Helvetica Neue"/>
              </a:defRPr>
            </a:lvl7pPr>
            <a:lvl8pPr algn="r">
              <a:defRPr sz="1500" b="0">
                <a:solidFill>
                  <a:srgbClr val="586778"/>
                </a:solidFill>
                <a:latin typeface="Helvetica Neue"/>
                <a:ea typeface="Helvetica Neue"/>
                <a:cs typeface="Helvetica Neue"/>
              </a:defRPr>
            </a:lvl8pPr>
            <a:lvl9pPr algn="r">
              <a:defRPr sz="1500" b="0">
                <a:solidFill>
                  <a:srgbClr val="586778"/>
                </a:solidFill>
                <a:latin typeface="Helvetica Neue"/>
                <a:ea typeface="Helvetica Neue"/>
                <a:cs typeface="Helvetica Neue"/>
              </a:defRPr>
            </a:lvl9pPr>
          </a:lstStyle>
          <a:p xmlns:a="http://schemas.openxmlformats.org/drawingml/2006/main">
            <a:pPr algn="r">
              <a:defRPr sz="1500" b="0">
                <a:solidFill>
                  <a:srgbClr val="586778"/>
                </a:solidFill>
                <a:latin typeface="Helvetica Neue"/>
                <a:ea typeface="Helvetica Neue"/>
                <a:cs typeface="Helvetica Neue"/>
              </a:defRPr>
            </a:pPr>
            <a:r>
              <a:rPr sz="1500" b="0">
                <a:solidFill>
                  <a:srgbClr val="586778"/>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9BA8D4CF-F922-4877-BD4A-C9092BB0EE44}"/>
              </a:ext>
            </a:extLst>
          </p:cNvPr>
          <p:cNvSpPr>
            <a:spLocks xmlns:a="http://schemas.openxmlformats.org/drawingml/2006/main" noGrp="1"/>
          </p:cNvSpPr>
          <p:nvPr/>
        </p:nvSpPr>
        <p:spPr>
          <a:xfrm xmlns:a="http://schemas.openxmlformats.org/drawingml/2006/main">
            <a:off x="609600" y="9525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238"/>
                </a:solidFill>
                <a:latin typeface="Helvetica Neue"/>
                <a:ea typeface="Helvetica Neue"/>
                <a:cs typeface="Helvetica Neue"/>
              </a:defRPr>
            </a:defPPr>
            <a:lvl1pPr algn="l">
              <a:defRPr sz="3450" b="1">
                <a:solidFill>
                  <a:srgbClr val="132238"/>
                </a:solidFill>
                <a:latin typeface="Helvetica Neue"/>
                <a:ea typeface="Helvetica Neue"/>
                <a:cs typeface="Helvetica Neue"/>
              </a:defRPr>
            </a:lvl1pPr>
            <a:lvl2pPr algn="l">
              <a:defRPr sz="3450" b="1">
                <a:solidFill>
                  <a:srgbClr val="132238"/>
                </a:solidFill>
                <a:latin typeface="Helvetica Neue"/>
                <a:ea typeface="Helvetica Neue"/>
                <a:cs typeface="Helvetica Neue"/>
              </a:defRPr>
            </a:lvl2pPr>
            <a:lvl3pPr algn="l">
              <a:defRPr sz="3450" b="1">
                <a:solidFill>
                  <a:srgbClr val="132238"/>
                </a:solidFill>
                <a:latin typeface="Helvetica Neue"/>
                <a:ea typeface="Helvetica Neue"/>
                <a:cs typeface="Helvetica Neue"/>
              </a:defRPr>
            </a:lvl3pPr>
            <a:lvl4pPr algn="l">
              <a:defRPr sz="3450" b="1">
                <a:solidFill>
                  <a:srgbClr val="132238"/>
                </a:solidFill>
                <a:latin typeface="Helvetica Neue"/>
                <a:ea typeface="Helvetica Neue"/>
                <a:cs typeface="Helvetica Neue"/>
              </a:defRPr>
            </a:lvl4pPr>
            <a:lvl5pPr algn="l">
              <a:defRPr sz="3450" b="1">
                <a:solidFill>
                  <a:srgbClr val="132238"/>
                </a:solidFill>
                <a:latin typeface="Helvetica Neue"/>
                <a:ea typeface="Helvetica Neue"/>
                <a:cs typeface="Helvetica Neue"/>
              </a:defRPr>
            </a:lvl5pPr>
            <a:lvl6pPr algn="l">
              <a:defRPr sz="3450" b="1">
                <a:solidFill>
                  <a:srgbClr val="132238"/>
                </a:solidFill>
                <a:latin typeface="Helvetica Neue"/>
                <a:ea typeface="Helvetica Neue"/>
                <a:cs typeface="Helvetica Neue"/>
              </a:defRPr>
            </a:lvl6pPr>
            <a:lvl7pPr algn="l">
              <a:defRPr sz="3450" b="1">
                <a:solidFill>
                  <a:srgbClr val="132238"/>
                </a:solidFill>
                <a:latin typeface="Helvetica Neue"/>
                <a:ea typeface="Helvetica Neue"/>
                <a:cs typeface="Helvetica Neue"/>
              </a:defRPr>
            </a:lvl7pPr>
            <a:lvl8pPr algn="l">
              <a:defRPr sz="3450" b="1">
                <a:solidFill>
                  <a:srgbClr val="132238"/>
                </a:solidFill>
                <a:latin typeface="Helvetica Neue"/>
                <a:ea typeface="Helvetica Neue"/>
                <a:cs typeface="Helvetica Neue"/>
              </a:defRPr>
            </a:lvl8pPr>
            <a:lvl9pPr algn="l">
              <a:defRPr sz="3450" b="1">
                <a:solidFill>
                  <a:srgbClr val="132238"/>
                </a:solidFill>
                <a:latin typeface="Helvetica Neue"/>
                <a:ea typeface="Helvetica Neue"/>
                <a:cs typeface="Helvetica Neue"/>
              </a:defRPr>
            </a:lvl9pPr>
          </a:lstStyle>
          <a:p xmlns:a="http://schemas.openxmlformats.org/drawingml/2006/main">
            <a:pPr algn="l">
              <a:defRPr sz="3450" b="1">
                <a:solidFill>
                  <a:srgbClr val="132238"/>
                </a:solidFill>
                <a:latin typeface="Helvetica Neue"/>
                <a:ea typeface="Helvetica Neue"/>
                <a:cs typeface="Helvetica Neue"/>
              </a:defRPr>
            </a:pPr>
            <a:r>
              <a:rPr sz="3450" b="1">
                <a:solidFill>
                  <a:srgbClr val="132238"/>
                </a:solidFill>
                <a:latin typeface="Helvetica Neue"/>
                <a:ea typeface="Helvetica Neue"/>
                <a:cs typeface="Helvetica Neue"/>
              </a:rPr>
              <a:t>Архитектура CampusPulse</a:t>
            </a:r>
          </a:p>
        </p:txBody>
      </p:sp>
      <p:sp>
        <p:nvSpPr>
          <p:cNvPr id="4" name="">
            <a:extLst xmlns:a="http://schemas.openxmlformats.org/drawingml/2006/main">
              <a:ext uri="{FF2B5EF4-FFF2-40B4-BE49-F238E27FC236}">
                <a16:creationId xmlns:a16="http://schemas.microsoft.com/office/drawing/2014/main" id="{2371C5F0-11D5-4019-8716-C1916537B922}"/>
              </a:ext>
            </a:extLst>
          </p:cNvPr>
          <p:cNvSpPr>
            <a:spLocks xmlns:a="http://schemas.openxmlformats.org/drawingml/2006/main" noGrp="1"/>
          </p:cNvSpPr>
          <p:nvPr/>
        </p:nvSpPr>
        <p:spPr>
          <a:xfrm xmlns:a="http://schemas.openxmlformats.org/drawingml/2006/main">
            <a:off x="609600" y="6305550"/>
            <a:ext cx="10972800" cy="0"/>
          </a:xfrm>
          <a:prstGeom xmlns:a="http://schemas.openxmlformats.org/drawingml/2006/main" prst="line">
            <a:avLst/>
          </a:prstGeom>
          <a:noFill xmlns:a="http://schemas.openxmlformats.org/drawingml/2006/main"/>
          <a:ln xmlns:a="http://schemas.openxmlformats.org/drawingml/2006/main" w="9525">
            <a:solidFill>
              <a:srgbClr val="CED7DC"/>
            </a:solidFill>
          </a:ln>
        </p:spPr>
      </p:sp>
      <p:sp>
        <p:nvSpPr>
          <p:cNvPr id="5" name="">
            <a:extLst xmlns:a="http://schemas.openxmlformats.org/drawingml/2006/main">
              <a:ext uri="{FF2B5EF4-FFF2-40B4-BE49-F238E27FC236}">
                <a16:creationId xmlns:a16="http://schemas.microsoft.com/office/drawing/2014/main" id="{1188EC1E-5D53-46F1-BC78-83BA09D6BDBF}"/>
              </a:ext>
            </a:extLst>
          </p:cNvPr>
          <p:cNvSpPr>
            <a:spLocks xmlns:a="http://schemas.openxmlformats.org/drawingml/2006/main" noGrp="1"/>
          </p:cNvSpPr>
          <p:nvPr/>
        </p:nvSpPr>
        <p:spPr>
          <a:xfrm xmlns:a="http://schemas.openxmlformats.org/drawingml/2006/main">
            <a:off x="60960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86778"/>
                </a:solidFill>
                <a:latin typeface="Helvetica Neue"/>
                <a:ea typeface="Helvetica Neue"/>
                <a:cs typeface="Helvetica Neue"/>
              </a:defRPr>
            </a:defPPr>
            <a:lvl1pPr algn="l">
              <a:defRPr sz="1275" b="0">
                <a:solidFill>
                  <a:srgbClr val="586778"/>
                </a:solidFill>
                <a:latin typeface="Helvetica Neue"/>
                <a:ea typeface="Helvetica Neue"/>
                <a:cs typeface="Helvetica Neue"/>
              </a:defRPr>
            </a:lvl1pPr>
            <a:lvl2pPr algn="l">
              <a:defRPr sz="1275" b="0">
                <a:solidFill>
                  <a:srgbClr val="586778"/>
                </a:solidFill>
                <a:latin typeface="Helvetica Neue"/>
                <a:ea typeface="Helvetica Neue"/>
                <a:cs typeface="Helvetica Neue"/>
              </a:defRPr>
            </a:lvl2pPr>
            <a:lvl3pPr algn="l">
              <a:defRPr sz="1275" b="0">
                <a:solidFill>
                  <a:srgbClr val="586778"/>
                </a:solidFill>
                <a:latin typeface="Helvetica Neue"/>
                <a:ea typeface="Helvetica Neue"/>
                <a:cs typeface="Helvetica Neue"/>
              </a:defRPr>
            </a:lvl3pPr>
            <a:lvl4pPr algn="l">
              <a:defRPr sz="1275" b="0">
                <a:solidFill>
                  <a:srgbClr val="586778"/>
                </a:solidFill>
                <a:latin typeface="Helvetica Neue"/>
                <a:ea typeface="Helvetica Neue"/>
                <a:cs typeface="Helvetica Neue"/>
              </a:defRPr>
            </a:lvl4pPr>
            <a:lvl5pPr algn="l">
              <a:defRPr sz="1275" b="0">
                <a:solidFill>
                  <a:srgbClr val="586778"/>
                </a:solidFill>
                <a:latin typeface="Helvetica Neue"/>
                <a:ea typeface="Helvetica Neue"/>
                <a:cs typeface="Helvetica Neue"/>
              </a:defRPr>
            </a:lvl5pPr>
            <a:lvl6pPr algn="l">
              <a:defRPr sz="1275" b="0">
                <a:solidFill>
                  <a:srgbClr val="586778"/>
                </a:solidFill>
                <a:latin typeface="Helvetica Neue"/>
                <a:ea typeface="Helvetica Neue"/>
                <a:cs typeface="Helvetica Neue"/>
              </a:defRPr>
            </a:lvl6pPr>
            <a:lvl7pPr algn="l">
              <a:defRPr sz="1275" b="0">
                <a:solidFill>
                  <a:srgbClr val="586778"/>
                </a:solidFill>
                <a:latin typeface="Helvetica Neue"/>
                <a:ea typeface="Helvetica Neue"/>
                <a:cs typeface="Helvetica Neue"/>
              </a:defRPr>
            </a:lvl7pPr>
            <a:lvl8pPr algn="l">
              <a:defRPr sz="1275" b="0">
                <a:solidFill>
                  <a:srgbClr val="586778"/>
                </a:solidFill>
                <a:latin typeface="Helvetica Neue"/>
                <a:ea typeface="Helvetica Neue"/>
                <a:cs typeface="Helvetica Neue"/>
              </a:defRPr>
            </a:lvl8pPr>
            <a:lvl9pPr algn="l">
              <a:defRPr sz="1275" b="0">
                <a:solidFill>
                  <a:srgbClr val="586778"/>
                </a:solidFill>
                <a:latin typeface="Helvetica Neue"/>
                <a:ea typeface="Helvetica Neue"/>
                <a:cs typeface="Helvetica Neue"/>
              </a:defRPr>
            </a:lvl9pPr>
          </a:lstStyle>
          <a:p xmlns:a="http://schemas.openxmlformats.org/drawingml/2006/main">
            <a:pPr algn="l">
              <a:defRPr sz="1275" b="0">
                <a:solidFill>
                  <a:srgbClr val="586778"/>
                </a:solidFill>
                <a:latin typeface="Helvetica Neue"/>
                <a:ea typeface="Helvetica Neue"/>
                <a:cs typeface="Helvetica Neue"/>
              </a:defRPr>
            </a:pPr>
            <a:r>
              <a:rPr sz="1275" b="0">
                <a:solidFill>
                  <a:srgbClr val="586778"/>
                </a:solidFill>
                <a:latin typeface="Helvetica Neue"/>
                <a:ea typeface="Helvetica Neue"/>
                <a:cs typeface="Helvetica Neue"/>
              </a:rPr>
              <a:t>Защита проекта, 22 октября 2026</a:t>
            </a:r>
          </a:p>
        </p:txBody>
      </p:sp>
      <p:sp>
        <p:nvSpPr>
          <p:cNvPr id="6" name="">
            <a:extLst xmlns:a="http://schemas.openxmlformats.org/drawingml/2006/main">
              <a:ext uri="{FF2B5EF4-FFF2-40B4-BE49-F238E27FC236}">
                <a16:creationId xmlns:a16="http://schemas.microsoft.com/office/drawing/2014/main" id="{939774D7-F9C7-4D9C-A011-FFF258A60845}"/>
              </a:ext>
            </a:extLst>
          </p:cNvPr>
          <p:cNvSpPr>
            <a:spLocks xmlns:a="http://schemas.openxmlformats.org/drawingml/2006/main" noGrp="1"/>
          </p:cNvSpPr>
          <p:nvPr/>
        </p:nvSpPr>
        <p:spPr>
          <a:xfrm xmlns:a="http://schemas.openxmlformats.org/drawingml/2006/main">
            <a:off x="609600" y="1981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F8C"/>
                </a:solidFill>
                <a:latin typeface="Helvetica Neue"/>
                <a:ea typeface="Helvetica Neue"/>
                <a:cs typeface="Helvetica Neue"/>
              </a:defRPr>
            </a:defPPr>
            <a:lvl1pPr algn="l">
              <a:defRPr sz="1875" b="1">
                <a:solidFill>
                  <a:srgbClr val="087F8C"/>
                </a:solidFill>
                <a:latin typeface="Helvetica Neue"/>
                <a:ea typeface="Helvetica Neue"/>
                <a:cs typeface="Helvetica Neue"/>
              </a:defRPr>
            </a:lvl1pPr>
            <a:lvl2pPr algn="l">
              <a:defRPr sz="1875" b="1">
                <a:solidFill>
                  <a:srgbClr val="087F8C"/>
                </a:solidFill>
                <a:latin typeface="Helvetica Neue"/>
                <a:ea typeface="Helvetica Neue"/>
                <a:cs typeface="Helvetica Neue"/>
              </a:defRPr>
            </a:lvl2pPr>
            <a:lvl3pPr algn="l">
              <a:defRPr sz="1875" b="1">
                <a:solidFill>
                  <a:srgbClr val="087F8C"/>
                </a:solidFill>
                <a:latin typeface="Helvetica Neue"/>
                <a:ea typeface="Helvetica Neue"/>
                <a:cs typeface="Helvetica Neue"/>
              </a:defRPr>
            </a:lvl3pPr>
            <a:lvl4pPr algn="l">
              <a:defRPr sz="1875" b="1">
                <a:solidFill>
                  <a:srgbClr val="087F8C"/>
                </a:solidFill>
                <a:latin typeface="Helvetica Neue"/>
                <a:ea typeface="Helvetica Neue"/>
                <a:cs typeface="Helvetica Neue"/>
              </a:defRPr>
            </a:lvl4pPr>
            <a:lvl5pPr algn="l">
              <a:defRPr sz="1875" b="1">
                <a:solidFill>
                  <a:srgbClr val="087F8C"/>
                </a:solidFill>
                <a:latin typeface="Helvetica Neue"/>
                <a:ea typeface="Helvetica Neue"/>
                <a:cs typeface="Helvetica Neue"/>
              </a:defRPr>
            </a:lvl5pPr>
            <a:lvl6pPr algn="l">
              <a:defRPr sz="1875" b="1">
                <a:solidFill>
                  <a:srgbClr val="087F8C"/>
                </a:solidFill>
                <a:latin typeface="Helvetica Neue"/>
                <a:ea typeface="Helvetica Neue"/>
                <a:cs typeface="Helvetica Neue"/>
              </a:defRPr>
            </a:lvl6pPr>
            <a:lvl7pPr algn="l">
              <a:defRPr sz="1875" b="1">
                <a:solidFill>
                  <a:srgbClr val="087F8C"/>
                </a:solidFill>
                <a:latin typeface="Helvetica Neue"/>
                <a:ea typeface="Helvetica Neue"/>
                <a:cs typeface="Helvetica Neue"/>
              </a:defRPr>
            </a:lvl7pPr>
            <a:lvl8pPr algn="l">
              <a:defRPr sz="1875" b="1">
                <a:solidFill>
                  <a:srgbClr val="087F8C"/>
                </a:solidFill>
                <a:latin typeface="Helvetica Neue"/>
                <a:ea typeface="Helvetica Neue"/>
                <a:cs typeface="Helvetica Neue"/>
              </a:defRPr>
            </a:lvl8pPr>
            <a:lvl9pPr algn="l">
              <a:defRPr sz="1875" b="1">
                <a:solidFill>
                  <a:srgbClr val="087F8C"/>
                </a:solidFill>
                <a:latin typeface="Helvetica Neue"/>
                <a:ea typeface="Helvetica Neue"/>
                <a:cs typeface="Helvetica Neue"/>
              </a:defRPr>
            </a:lvl9pPr>
          </a:lstStyle>
          <a:p xmlns:a="http://schemas.openxmlformats.org/drawingml/2006/main">
            <a:pPr algn="l">
              <a:defRPr sz="1875" b="1">
                <a:solidFill>
                  <a:srgbClr val="087F8C"/>
                </a:solidFill>
                <a:latin typeface="Helvetica Neue"/>
                <a:ea typeface="Helvetica Neue"/>
                <a:cs typeface="Helvetica Neue"/>
              </a:defRPr>
            </a:pPr>
            <a:r>
              <a:rPr sz="1875" b="1">
                <a:solidFill>
                  <a:srgbClr val="087F8C"/>
                </a:solidFill>
                <a:latin typeface="Helvetica Neue"/>
                <a:ea typeface="Helvetica Neue"/>
                <a:cs typeface="Helvetica Neue"/>
              </a:rPr>
              <a:t>Чтение и рекомендация</a:t>
            </a:r>
          </a:p>
        </p:txBody>
      </p:sp>
      <p:sp>
        <p:nvSpPr>
          <p:cNvPr id="7" name="">
            <a:extLst xmlns:a="http://schemas.openxmlformats.org/drawingml/2006/main">
              <a:ext uri="{FF2B5EF4-FFF2-40B4-BE49-F238E27FC236}">
                <a16:creationId xmlns:a16="http://schemas.microsoft.com/office/drawing/2014/main" id="{BBCF4295-82BE-4415-82AD-C77EBF422B36}"/>
              </a:ext>
            </a:extLst>
          </p:cNvPr>
          <p:cNvSpPr>
            <a:spLocks xmlns:a="http://schemas.openxmlformats.org/drawingml/2006/main" noGrp="1"/>
          </p:cNvSpPr>
          <p:nvPr/>
        </p:nvSpPr>
        <p:spPr>
          <a:xfrm xmlns:a="http://schemas.openxmlformats.org/drawingml/2006/main">
            <a:off x="609600" y="247650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2238"/>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132238"/>
                </a:solidFill>
                <a:latin typeface="Helvetica Neue"/>
                <a:ea typeface="Helvetica Neue"/>
                <a:cs typeface="Helvetica Neue"/>
              </a:defRPr>
            </a:defPPr>
            <a:lvl1pPr algn="ctr">
              <a:defRPr sz="1800" b="1">
                <a:solidFill>
                  <a:srgbClr val="132238"/>
                </a:solidFill>
                <a:latin typeface="Helvetica Neue"/>
                <a:ea typeface="Helvetica Neue"/>
                <a:cs typeface="Helvetica Neue"/>
              </a:defRPr>
            </a:lvl1pPr>
            <a:lvl2pPr algn="ctr">
              <a:defRPr sz="1800" b="1">
                <a:solidFill>
                  <a:srgbClr val="132238"/>
                </a:solidFill>
                <a:latin typeface="Helvetica Neue"/>
                <a:ea typeface="Helvetica Neue"/>
                <a:cs typeface="Helvetica Neue"/>
              </a:defRPr>
            </a:lvl2pPr>
            <a:lvl3pPr algn="ctr">
              <a:defRPr sz="1800" b="1">
                <a:solidFill>
                  <a:srgbClr val="132238"/>
                </a:solidFill>
                <a:latin typeface="Helvetica Neue"/>
                <a:ea typeface="Helvetica Neue"/>
                <a:cs typeface="Helvetica Neue"/>
              </a:defRPr>
            </a:lvl3pPr>
            <a:lvl4pPr algn="ctr">
              <a:defRPr sz="1800" b="1">
                <a:solidFill>
                  <a:srgbClr val="132238"/>
                </a:solidFill>
                <a:latin typeface="Helvetica Neue"/>
                <a:ea typeface="Helvetica Neue"/>
                <a:cs typeface="Helvetica Neue"/>
              </a:defRPr>
            </a:lvl4pPr>
            <a:lvl5pPr algn="ctr">
              <a:defRPr sz="1800" b="1">
                <a:solidFill>
                  <a:srgbClr val="132238"/>
                </a:solidFill>
                <a:latin typeface="Helvetica Neue"/>
                <a:ea typeface="Helvetica Neue"/>
                <a:cs typeface="Helvetica Neue"/>
              </a:defRPr>
            </a:lvl5pPr>
            <a:lvl6pPr algn="ctr">
              <a:defRPr sz="1800" b="1">
                <a:solidFill>
                  <a:srgbClr val="132238"/>
                </a:solidFill>
                <a:latin typeface="Helvetica Neue"/>
                <a:ea typeface="Helvetica Neue"/>
                <a:cs typeface="Helvetica Neue"/>
              </a:defRPr>
            </a:lvl6pPr>
            <a:lvl7pPr algn="ctr">
              <a:defRPr sz="1800" b="1">
                <a:solidFill>
                  <a:srgbClr val="132238"/>
                </a:solidFill>
                <a:latin typeface="Helvetica Neue"/>
                <a:ea typeface="Helvetica Neue"/>
                <a:cs typeface="Helvetica Neue"/>
              </a:defRPr>
            </a:lvl7pPr>
            <a:lvl8pPr algn="ctr">
              <a:defRPr sz="1800" b="1">
                <a:solidFill>
                  <a:srgbClr val="132238"/>
                </a:solidFill>
                <a:latin typeface="Helvetica Neue"/>
                <a:ea typeface="Helvetica Neue"/>
                <a:cs typeface="Helvetica Neue"/>
              </a:defRPr>
            </a:lvl8pPr>
            <a:lvl9pPr algn="ctr">
              <a:defRPr sz="1800" b="1">
                <a:solidFill>
                  <a:srgbClr val="132238"/>
                </a:solidFill>
                <a:latin typeface="Helvetica Neue"/>
                <a:ea typeface="Helvetica Neue"/>
                <a:cs typeface="Helvetica Neue"/>
              </a:defRPr>
            </a:lvl9pPr>
          </a:lstStyle>
          <a:p xmlns:a="http://schemas.openxmlformats.org/drawingml/2006/main">
            <a:pPr algn="ctr">
              <a:defRPr sz="1800" b="1">
                <a:solidFill>
                  <a:srgbClr val="132238"/>
                </a:solidFill>
                <a:latin typeface="Helvetica Neue"/>
                <a:ea typeface="Helvetica Neue"/>
                <a:cs typeface="Helvetica Neue"/>
              </a:defRPr>
            </a:pPr>
            <a:r>
              <a:rPr sz="1800" b="1">
                <a:solidFill>
                  <a:srgbClr val="132238"/>
                </a:solidFill>
                <a:latin typeface="Helvetica Neue"/>
                <a:ea typeface="Helvetica Neue"/>
                <a:cs typeface="Helvetica Neue"/>
              </a:rPr>
              <a:t>Веб-</a:t>
            </a:r>
          </a:p>
          <a:p xmlns:a="http://schemas.openxmlformats.org/drawingml/2006/main">
            <a:pPr algn="ctr">
              <a:defRPr sz="1800" b="1">
                <a:solidFill>
                  <a:srgbClr val="132238"/>
                </a:solidFill>
                <a:latin typeface="Helvetica Neue"/>
                <a:ea typeface="Helvetica Neue"/>
                <a:cs typeface="Helvetica Neue"/>
              </a:defRPr>
            </a:pPr>
            <a:r>
              <a:rPr sz="1800" b="1">
                <a:solidFill>
                  <a:srgbClr val="132238"/>
                </a:solidFill>
                <a:latin typeface="Helvetica Neue"/>
                <a:ea typeface="Helvetica Neue"/>
                <a:cs typeface="Helvetica Neue"/>
              </a:rPr>
              <a:t>интерфейс</a:t>
            </a:r>
          </a:p>
        </p:txBody>
      </p:sp>
      <p:sp>
        <p:nvSpPr>
          <p:cNvPr id="8" name="">
            <a:extLst xmlns:a="http://schemas.openxmlformats.org/drawingml/2006/main">
              <a:ext uri="{FF2B5EF4-FFF2-40B4-BE49-F238E27FC236}">
                <a16:creationId xmlns:a16="http://schemas.microsoft.com/office/drawing/2014/main" id="{8136BC9A-452A-4A98-BEAB-7F0C4D32B149}"/>
              </a:ext>
            </a:extLst>
          </p:cNvPr>
          <p:cNvSpPr>
            <a:spLocks xmlns:a="http://schemas.openxmlformats.org/drawingml/2006/main" noGrp="1"/>
          </p:cNvSpPr>
          <p:nvPr/>
        </p:nvSpPr>
        <p:spPr>
          <a:xfrm xmlns:a="http://schemas.openxmlformats.org/drawingml/2006/main">
            <a:off x="3590925" y="247650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2238"/>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132238"/>
                </a:solidFill>
                <a:latin typeface="Helvetica Neue"/>
                <a:ea typeface="Helvetica Neue"/>
                <a:cs typeface="Helvetica Neue"/>
              </a:defRPr>
            </a:defPPr>
            <a:lvl1pPr algn="ctr">
              <a:defRPr sz="1800" b="1">
                <a:solidFill>
                  <a:srgbClr val="132238"/>
                </a:solidFill>
                <a:latin typeface="Helvetica Neue"/>
                <a:ea typeface="Helvetica Neue"/>
                <a:cs typeface="Helvetica Neue"/>
              </a:defRPr>
            </a:lvl1pPr>
            <a:lvl2pPr algn="ctr">
              <a:defRPr sz="1800" b="1">
                <a:solidFill>
                  <a:srgbClr val="132238"/>
                </a:solidFill>
                <a:latin typeface="Helvetica Neue"/>
                <a:ea typeface="Helvetica Neue"/>
                <a:cs typeface="Helvetica Neue"/>
              </a:defRPr>
            </a:lvl2pPr>
            <a:lvl3pPr algn="ctr">
              <a:defRPr sz="1800" b="1">
                <a:solidFill>
                  <a:srgbClr val="132238"/>
                </a:solidFill>
                <a:latin typeface="Helvetica Neue"/>
                <a:ea typeface="Helvetica Neue"/>
                <a:cs typeface="Helvetica Neue"/>
              </a:defRPr>
            </a:lvl3pPr>
            <a:lvl4pPr algn="ctr">
              <a:defRPr sz="1800" b="1">
                <a:solidFill>
                  <a:srgbClr val="132238"/>
                </a:solidFill>
                <a:latin typeface="Helvetica Neue"/>
                <a:ea typeface="Helvetica Neue"/>
                <a:cs typeface="Helvetica Neue"/>
              </a:defRPr>
            </a:lvl4pPr>
            <a:lvl5pPr algn="ctr">
              <a:defRPr sz="1800" b="1">
                <a:solidFill>
                  <a:srgbClr val="132238"/>
                </a:solidFill>
                <a:latin typeface="Helvetica Neue"/>
                <a:ea typeface="Helvetica Neue"/>
                <a:cs typeface="Helvetica Neue"/>
              </a:defRPr>
            </a:lvl5pPr>
            <a:lvl6pPr algn="ctr">
              <a:defRPr sz="1800" b="1">
                <a:solidFill>
                  <a:srgbClr val="132238"/>
                </a:solidFill>
                <a:latin typeface="Helvetica Neue"/>
                <a:ea typeface="Helvetica Neue"/>
                <a:cs typeface="Helvetica Neue"/>
              </a:defRPr>
            </a:lvl6pPr>
            <a:lvl7pPr algn="ctr">
              <a:defRPr sz="1800" b="1">
                <a:solidFill>
                  <a:srgbClr val="132238"/>
                </a:solidFill>
                <a:latin typeface="Helvetica Neue"/>
                <a:ea typeface="Helvetica Neue"/>
                <a:cs typeface="Helvetica Neue"/>
              </a:defRPr>
            </a:lvl7pPr>
            <a:lvl8pPr algn="ctr">
              <a:defRPr sz="1800" b="1">
                <a:solidFill>
                  <a:srgbClr val="132238"/>
                </a:solidFill>
                <a:latin typeface="Helvetica Neue"/>
                <a:ea typeface="Helvetica Neue"/>
                <a:cs typeface="Helvetica Neue"/>
              </a:defRPr>
            </a:lvl8pPr>
            <a:lvl9pPr algn="ctr">
              <a:defRPr sz="1800" b="1">
                <a:solidFill>
                  <a:srgbClr val="132238"/>
                </a:solidFill>
                <a:latin typeface="Helvetica Neue"/>
                <a:ea typeface="Helvetica Neue"/>
                <a:cs typeface="Helvetica Neue"/>
              </a:defRPr>
            </a:lvl9pPr>
          </a:lstStyle>
          <a:p xmlns:a="http://schemas.openxmlformats.org/drawingml/2006/main">
            <a:pPr algn="ctr">
              <a:defRPr sz="1800" b="1">
                <a:solidFill>
                  <a:srgbClr val="132238"/>
                </a:solidFill>
                <a:latin typeface="Helvetica Neue"/>
                <a:ea typeface="Helvetica Neue"/>
                <a:cs typeface="Helvetica Neue"/>
              </a:defRPr>
            </a:pPr>
            <a:r>
              <a:rPr sz="1800" b="1">
                <a:solidFill>
                  <a:srgbClr val="132238"/>
                </a:solidFill>
                <a:latin typeface="Helvetica Neue"/>
                <a:ea typeface="Helvetica Neue"/>
                <a:cs typeface="Helvetica Neue"/>
              </a:rPr>
              <a:t>Cloud Run</a:t>
            </a:r>
          </a:p>
          <a:p xmlns:a="http://schemas.openxmlformats.org/drawingml/2006/main">
            <a:pPr algn="ctr">
              <a:defRPr sz="1800" b="1">
                <a:solidFill>
                  <a:srgbClr val="132238"/>
                </a:solidFill>
                <a:latin typeface="Helvetica Neue"/>
                <a:ea typeface="Helvetica Neue"/>
                <a:cs typeface="Helvetica Neue"/>
              </a:defRPr>
            </a:pPr>
            <a:r>
              <a:rPr sz="1800" b="1">
                <a:solidFill>
                  <a:srgbClr val="132238"/>
                </a:solidFill>
                <a:latin typeface="Helvetica Neue"/>
                <a:ea typeface="Helvetica Neue"/>
                <a:cs typeface="Helvetica Neue"/>
              </a:rPr>
              <a:t>FastAPI</a:t>
            </a:r>
          </a:p>
        </p:txBody>
      </p:sp>
      <p:sp>
        <p:nvSpPr>
          <p:cNvPr id="9" name="">
            <a:extLst xmlns:a="http://schemas.openxmlformats.org/drawingml/2006/main">
              <a:ext uri="{FF2B5EF4-FFF2-40B4-BE49-F238E27FC236}">
                <a16:creationId xmlns:a16="http://schemas.microsoft.com/office/drawing/2014/main" id="{73FF11B3-99CF-463E-B8E9-72D7976D6B96}"/>
              </a:ext>
            </a:extLst>
          </p:cNvPr>
          <p:cNvSpPr>
            <a:spLocks xmlns:a="http://schemas.openxmlformats.org/drawingml/2006/main" noGrp="1"/>
          </p:cNvSpPr>
          <p:nvPr/>
        </p:nvSpPr>
        <p:spPr>
          <a:xfrm xmlns:a="http://schemas.openxmlformats.org/drawingml/2006/main">
            <a:off x="6572250" y="247650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4056BD"/>
                </a:solidFill>
                <a:latin typeface="Helvetica Neue"/>
                <a:ea typeface="Helvetica Neue"/>
                <a:cs typeface="Helvetica Neue"/>
              </a:defRPr>
            </a:defPPr>
            <a:lvl1pPr algn="ctr">
              <a:defRPr sz="1800" b="1">
                <a:solidFill>
                  <a:srgbClr val="4056BD"/>
                </a:solidFill>
                <a:latin typeface="Helvetica Neue"/>
                <a:ea typeface="Helvetica Neue"/>
                <a:cs typeface="Helvetica Neue"/>
              </a:defRPr>
            </a:lvl1pPr>
            <a:lvl2pPr algn="ctr">
              <a:defRPr sz="1800" b="1">
                <a:solidFill>
                  <a:srgbClr val="4056BD"/>
                </a:solidFill>
                <a:latin typeface="Helvetica Neue"/>
                <a:ea typeface="Helvetica Neue"/>
                <a:cs typeface="Helvetica Neue"/>
              </a:defRPr>
            </a:lvl2pPr>
            <a:lvl3pPr algn="ctr">
              <a:defRPr sz="1800" b="1">
                <a:solidFill>
                  <a:srgbClr val="4056BD"/>
                </a:solidFill>
                <a:latin typeface="Helvetica Neue"/>
                <a:ea typeface="Helvetica Neue"/>
                <a:cs typeface="Helvetica Neue"/>
              </a:defRPr>
            </a:lvl3pPr>
            <a:lvl4pPr algn="ctr">
              <a:defRPr sz="1800" b="1">
                <a:solidFill>
                  <a:srgbClr val="4056BD"/>
                </a:solidFill>
                <a:latin typeface="Helvetica Neue"/>
                <a:ea typeface="Helvetica Neue"/>
                <a:cs typeface="Helvetica Neue"/>
              </a:defRPr>
            </a:lvl4pPr>
            <a:lvl5pPr algn="ctr">
              <a:defRPr sz="1800" b="1">
                <a:solidFill>
                  <a:srgbClr val="4056BD"/>
                </a:solidFill>
                <a:latin typeface="Helvetica Neue"/>
                <a:ea typeface="Helvetica Neue"/>
                <a:cs typeface="Helvetica Neue"/>
              </a:defRPr>
            </a:lvl5pPr>
            <a:lvl6pPr algn="ctr">
              <a:defRPr sz="1800" b="1">
                <a:solidFill>
                  <a:srgbClr val="4056BD"/>
                </a:solidFill>
                <a:latin typeface="Helvetica Neue"/>
                <a:ea typeface="Helvetica Neue"/>
                <a:cs typeface="Helvetica Neue"/>
              </a:defRPr>
            </a:lvl6pPr>
            <a:lvl7pPr algn="ctr">
              <a:defRPr sz="1800" b="1">
                <a:solidFill>
                  <a:srgbClr val="4056BD"/>
                </a:solidFill>
                <a:latin typeface="Helvetica Neue"/>
                <a:ea typeface="Helvetica Neue"/>
                <a:cs typeface="Helvetica Neue"/>
              </a:defRPr>
            </a:lvl7pPr>
            <a:lvl8pPr algn="ctr">
              <a:defRPr sz="1800" b="1">
                <a:solidFill>
                  <a:srgbClr val="4056BD"/>
                </a:solidFill>
                <a:latin typeface="Helvetica Neue"/>
                <a:ea typeface="Helvetica Neue"/>
                <a:cs typeface="Helvetica Neue"/>
              </a:defRPr>
            </a:lvl8pPr>
            <a:lvl9pPr algn="ctr">
              <a:defRPr sz="1800" b="1">
                <a:solidFill>
                  <a:srgbClr val="4056BD"/>
                </a:solidFill>
                <a:latin typeface="Helvetica Neue"/>
                <a:ea typeface="Helvetica Neue"/>
                <a:cs typeface="Helvetica Neue"/>
              </a:defRPr>
            </a:lvl9pPr>
          </a:lstStyle>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Agent Engine</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ADK + Gemini</a:t>
            </a:r>
          </a:p>
        </p:txBody>
      </p:sp>
      <p:sp>
        <p:nvSpPr>
          <p:cNvPr id="10" name="">
            <a:extLst xmlns:a="http://schemas.openxmlformats.org/drawingml/2006/main">
              <a:ext uri="{FF2B5EF4-FFF2-40B4-BE49-F238E27FC236}">
                <a16:creationId xmlns:a16="http://schemas.microsoft.com/office/drawing/2014/main" id="{F56E78D1-870D-4758-8EB1-D5376416091A}"/>
              </a:ext>
            </a:extLst>
          </p:cNvPr>
          <p:cNvSpPr>
            <a:spLocks xmlns:a="http://schemas.openxmlformats.org/drawingml/2006/main" noGrp="1"/>
          </p:cNvSpPr>
          <p:nvPr/>
        </p:nvSpPr>
        <p:spPr>
          <a:xfrm xmlns:a="http://schemas.openxmlformats.org/drawingml/2006/main">
            <a:off x="9553575" y="2476500"/>
            <a:ext cx="20288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725" b="1">
                <a:solidFill>
                  <a:srgbClr val="4056BD"/>
                </a:solidFill>
                <a:latin typeface="Helvetica Neue"/>
                <a:ea typeface="Helvetica Neue"/>
                <a:cs typeface="Helvetica Neue"/>
              </a:defRPr>
            </a:defPPr>
            <a:lvl1pPr algn="ctr">
              <a:defRPr sz="1725" b="1">
                <a:solidFill>
                  <a:srgbClr val="4056BD"/>
                </a:solidFill>
                <a:latin typeface="Helvetica Neue"/>
                <a:ea typeface="Helvetica Neue"/>
                <a:cs typeface="Helvetica Neue"/>
              </a:defRPr>
            </a:lvl1pPr>
            <a:lvl2pPr algn="ctr">
              <a:defRPr sz="1725" b="1">
                <a:solidFill>
                  <a:srgbClr val="4056BD"/>
                </a:solidFill>
                <a:latin typeface="Helvetica Neue"/>
                <a:ea typeface="Helvetica Neue"/>
                <a:cs typeface="Helvetica Neue"/>
              </a:defRPr>
            </a:lvl2pPr>
            <a:lvl3pPr algn="ctr">
              <a:defRPr sz="1725" b="1">
                <a:solidFill>
                  <a:srgbClr val="4056BD"/>
                </a:solidFill>
                <a:latin typeface="Helvetica Neue"/>
                <a:ea typeface="Helvetica Neue"/>
                <a:cs typeface="Helvetica Neue"/>
              </a:defRPr>
            </a:lvl3pPr>
            <a:lvl4pPr algn="ctr">
              <a:defRPr sz="1725" b="1">
                <a:solidFill>
                  <a:srgbClr val="4056BD"/>
                </a:solidFill>
                <a:latin typeface="Helvetica Neue"/>
                <a:ea typeface="Helvetica Neue"/>
                <a:cs typeface="Helvetica Neue"/>
              </a:defRPr>
            </a:lvl4pPr>
            <a:lvl5pPr algn="ctr">
              <a:defRPr sz="1725" b="1">
                <a:solidFill>
                  <a:srgbClr val="4056BD"/>
                </a:solidFill>
                <a:latin typeface="Helvetica Neue"/>
                <a:ea typeface="Helvetica Neue"/>
                <a:cs typeface="Helvetica Neue"/>
              </a:defRPr>
            </a:lvl5pPr>
            <a:lvl6pPr algn="ctr">
              <a:defRPr sz="1725" b="1">
                <a:solidFill>
                  <a:srgbClr val="4056BD"/>
                </a:solidFill>
                <a:latin typeface="Helvetica Neue"/>
                <a:ea typeface="Helvetica Neue"/>
                <a:cs typeface="Helvetica Neue"/>
              </a:defRPr>
            </a:lvl6pPr>
            <a:lvl7pPr algn="ctr">
              <a:defRPr sz="1725" b="1">
                <a:solidFill>
                  <a:srgbClr val="4056BD"/>
                </a:solidFill>
                <a:latin typeface="Helvetica Neue"/>
                <a:ea typeface="Helvetica Neue"/>
                <a:cs typeface="Helvetica Neue"/>
              </a:defRPr>
            </a:lvl7pPr>
            <a:lvl8pPr algn="ctr">
              <a:defRPr sz="1725" b="1">
                <a:solidFill>
                  <a:srgbClr val="4056BD"/>
                </a:solidFill>
                <a:latin typeface="Helvetica Neue"/>
                <a:ea typeface="Helvetica Neue"/>
                <a:cs typeface="Helvetica Neue"/>
              </a:defRPr>
            </a:lvl8pPr>
            <a:lvl9pPr algn="ctr">
              <a:defRPr sz="1725" b="1">
                <a:solidFill>
                  <a:srgbClr val="4056BD"/>
                </a:solidFill>
                <a:latin typeface="Helvetica Neue"/>
                <a:ea typeface="Helvetica Neue"/>
                <a:cs typeface="Helvetica Neue"/>
              </a:defRPr>
            </a:lvl9pPr>
          </a:lstStyle>
          <a:p xmlns:a="http://schemas.openxmlformats.org/drawingml/2006/main">
            <a:pPr algn="ctr">
              <a:defRPr sz="1725" b="1">
                <a:solidFill>
                  <a:srgbClr val="4056BD"/>
                </a:solidFill>
                <a:latin typeface="Helvetica Neue"/>
                <a:ea typeface="Helvetica Neue"/>
                <a:cs typeface="Helvetica Neue"/>
              </a:defRPr>
            </a:pPr>
            <a:r>
              <a:rPr sz="1725" b="1">
                <a:solidFill>
                  <a:srgbClr val="4056BD"/>
                </a:solidFill>
                <a:latin typeface="Helvetica Neue"/>
                <a:ea typeface="Helvetica Neue"/>
                <a:cs typeface="Helvetica Neue"/>
              </a:rPr>
              <a:t>Приватный MCP</a:t>
            </a:r>
          </a:p>
          <a:p xmlns:a="http://schemas.openxmlformats.org/drawingml/2006/main">
            <a:pPr algn="ctr">
              <a:defRPr sz="1725" b="1">
                <a:solidFill>
                  <a:srgbClr val="4056BD"/>
                </a:solidFill>
                <a:latin typeface="Helvetica Neue"/>
                <a:ea typeface="Helvetica Neue"/>
                <a:cs typeface="Helvetica Neue"/>
              </a:defRPr>
            </a:pPr>
            <a:r>
              <a:rPr sz="1725" b="1">
                <a:solidFill>
                  <a:srgbClr val="4056BD"/>
                </a:solidFill>
                <a:latin typeface="Helvetica Neue"/>
                <a:ea typeface="Helvetica Neue"/>
                <a:cs typeface="Helvetica Neue"/>
              </a:rPr>
              <a:t>Moodle и пары</a:t>
            </a:r>
          </a:p>
        </p:txBody>
      </p:sp>
      <p:sp>
        <p:nvSpPr>
          <p:cNvPr id="14" name="">
            <a:extLst xmlns:a="http://schemas.openxmlformats.org/drawingml/2006/main">
              <a:ext uri="{FF2B5EF4-FFF2-40B4-BE49-F238E27FC236}">
                <a16:creationId xmlns:a16="http://schemas.microsoft.com/office/drawing/2014/main" id="{26F9F47C-7A1A-450B-869D-B5E024BB636A}"/>
              </a:ext>
            </a:extLst>
          </p:cNvPr>
          <p:cNvSpPr>
            <a:spLocks xmlns:a="http://schemas.openxmlformats.org/drawingml/2006/main" noGrp="1"/>
          </p:cNvSpPr>
          <p:nvPr/>
        </p:nvSpPr>
        <p:spPr>
          <a:xfrm xmlns:a="http://schemas.openxmlformats.org/drawingml/2006/main">
            <a:off x="609600" y="3600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Backend проверяет типизированный AdviceReply и актуальные данные</a:t>
            </a:r>
          </a:p>
        </p:txBody>
      </p:sp>
      <p:sp>
        <p:nvSpPr>
          <p:cNvPr id="15" name="">
            <a:extLst xmlns:a="http://schemas.openxmlformats.org/drawingml/2006/main">
              <a:ext uri="{FF2B5EF4-FFF2-40B4-BE49-F238E27FC236}">
                <a16:creationId xmlns:a16="http://schemas.microsoft.com/office/drawing/2014/main" id="{9AE7AC53-07DF-4EF4-82A6-1D70145214F2}"/>
              </a:ext>
            </a:extLst>
          </p:cNvPr>
          <p:cNvSpPr>
            <a:spLocks xmlns:a="http://schemas.openxmlformats.org/drawingml/2006/main" noGrp="1"/>
          </p:cNvSpPr>
          <p:nvPr/>
        </p:nvSpPr>
        <p:spPr>
          <a:xfrm xmlns:a="http://schemas.openxmlformats.org/drawingml/2006/main">
            <a:off x="609600" y="4162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F8C"/>
                </a:solidFill>
                <a:latin typeface="Helvetica Neue"/>
                <a:ea typeface="Helvetica Neue"/>
                <a:cs typeface="Helvetica Neue"/>
              </a:defRPr>
            </a:defPPr>
            <a:lvl1pPr algn="l">
              <a:defRPr sz="1875" b="1">
                <a:solidFill>
                  <a:srgbClr val="087F8C"/>
                </a:solidFill>
                <a:latin typeface="Helvetica Neue"/>
                <a:ea typeface="Helvetica Neue"/>
                <a:cs typeface="Helvetica Neue"/>
              </a:defRPr>
            </a:lvl1pPr>
            <a:lvl2pPr algn="l">
              <a:defRPr sz="1875" b="1">
                <a:solidFill>
                  <a:srgbClr val="087F8C"/>
                </a:solidFill>
                <a:latin typeface="Helvetica Neue"/>
                <a:ea typeface="Helvetica Neue"/>
                <a:cs typeface="Helvetica Neue"/>
              </a:defRPr>
            </a:lvl2pPr>
            <a:lvl3pPr algn="l">
              <a:defRPr sz="1875" b="1">
                <a:solidFill>
                  <a:srgbClr val="087F8C"/>
                </a:solidFill>
                <a:latin typeface="Helvetica Neue"/>
                <a:ea typeface="Helvetica Neue"/>
                <a:cs typeface="Helvetica Neue"/>
              </a:defRPr>
            </a:lvl3pPr>
            <a:lvl4pPr algn="l">
              <a:defRPr sz="1875" b="1">
                <a:solidFill>
                  <a:srgbClr val="087F8C"/>
                </a:solidFill>
                <a:latin typeface="Helvetica Neue"/>
                <a:ea typeface="Helvetica Neue"/>
                <a:cs typeface="Helvetica Neue"/>
              </a:defRPr>
            </a:lvl4pPr>
            <a:lvl5pPr algn="l">
              <a:defRPr sz="1875" b="1">
                <a:solidFill>
                  <a:srgbClr val="087F8C"/>
                </a:solidFill>
                <a:latin typeface="Helvetica Neue"/>
                <a:ea typeface="Helvetica Neue"/>
                <a:cs typeface="Helvetica Neue"/>
              </a:defRPr>
            </a:lvl5pPr>
            <a:lvl6pPr algn="l">
              <a:defRPr sz="1875" b="1">
                <a:solidFill>
                  <a:srgbClr val="087F8C"/>
                </a:solidFill>
                <a:latin typeface="Helvetica Neue"/>
                <a:ea typeface="Helvetica Neue"/>
                <a:cs typeface="Helvetica Neue"/>
              </a:defRPr>
            </a:lvl6pPr>
            <a:lvl7pPr algn="l">
              <a:defRPr sz="1875" b="1">
                <a:solidFill>
                  <a:srgbClr val="087F8C"/>
                </a:solidFill>
                <a:latin typeface="Helvetica Neue"/>
                <a:ea typeface="Helvetica Neue"/>
                <a:cs typeface="Helvetica Neue"/>
              </a:defRPr>
            </a:lvl7pPr>
            <a:lvl8pPr algn="l">
              <a:defRPr sz="1875" b="1">
                <a:solidFill>
                  <a:srgbClr val="087F8C"/>
                </a:solidFill>
                <a:latin typeface="Helvetica Neue"/>
                <a:ea typeface="Helvetica Neue"/>
                <a:cs typeface="Helvetica Neue"/>
              </a:defRPr>
            </a:lvl8pPr>
            <a:lvl9pPr algn="l">
              <a:defRPr sz="1875" b="1">
                <a:solidFill>
                  <a:srgbClr val="087F8C"/>
                </a:solidFill>
                <a:latin typeface="Helvetica Neue"/>
                <a:ea typeface="Helvetica Neue"/>
                <a:cs typeface="Helvetica Neue"/>
              </a:defRPr>
            </a:lvl9pPr>
          </a:lstStyle>
          <a:p xmlns:a="http://schemas.openxmlformats.org/drawingml/2006/main">
            <a:pPr algn="l">
              <a:defRPr sz="1875" b="1">
                <a:solidFill>
                  <a:srgbClr val="087F8C"/>
                </a:solidFill>
                <a:latin typeface="Helvetica Neue"/>
                <a:ea typeface="Helvetica Neue"/>
                <a:cs typeface="Helvetica Neue"/>
              </a:defRPr>
            </a:pPr>
            <a:r>
              <a:rPr sz="1875" b="1">
                <a:solidFill>
                  <a:srgbClr val="087F8C"/>
                </a:solidFill>
                <a:latin typeface="Helvetica Neue"/>
                <a:ea typeface="Helvetica Neue"/>
                <a:cs typeface="Helvetica Neue"/>
              </a:rPr>
              <a:t>Запись после согласия пользователя</a:t>
            </a:r>
          </a:p>
        </p:txBody>
      </p:sp>
      <p:sp>
        <p:nvSpPr>
          <p:cNvPr id="16" name="">
            <a:extLst xmlns:a="http://schemas.openxmlformats.org/drawingml/2006/main">
              <a:ext uri="{FF2B5EF4-FFF2-40B4-BE49-F238E27FC236}">
                <a16:creationId xmlns:a16="http://schemas.microsoft.com/office/drawing/2014/main" id="{123F6794-97CC-4357-A297-590A1D2E51A4}"/>
              </a:ext>
            </a:extLst>
          </p:cNvPr>
          <p:cNvSpPr>
            <a:spLocks xmlns:a="http://schemas.openxmlformats.org/drawingml/2006/main" noGrp="1"/>
          </p:cNvSpPr>
          <p:nvPr/>
        </p:nvSpPr>
        <p:spPr>
          <a:xfrm xmlns:a="http://schemas.openxmlformats.org/drawingml/2006/main">
            <a:off x="609600" y="466725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087F8C"/>
            </a:solidFill>
          </a:ln>
        </p:spPr>
        <p:txBody>
          <a:bodyPr xmlns:a="http://schemas.openxmlformats.org/drawingml/2006/main" wrap="square" lIns="95250" tIns="95250" rIns="95250" bIns="95250" anchor="ctr">
            <a:noAutofit/>
          </a:bodyPr>
          <a:lstStyle xmlns:a="http://schemas.openxmlformats.org/drawingml/2006/main">
            <a:defPPr algn="ctr">
              <a:defRPr sz="1725" b="1">
                <a:solidFill>
                  <a:srgbClr val="087F8C"/>
                </a:solidFill>
                <a:latin typeface="Helvetica Neue"/>
                <a:ea typeface="Helvetica Neue"/>
                <a:cs typeface="Helvetica Neue"/>
              </a:defRPr>
            </a:defPPr>
            <a:lvl1pPr algn="ctr">
              <a:defRPr sz="1725" b="1">
                <a:solidFill>
                  <a:srgbClr val="087F8C"/>
                </a:solidFill>
                <a:latin typeface="Helvetica Neue"/>
                <a:ea typeface="Helvetica Neue"/>
                <a:cs typeface="Helvetica Neue"/>
              </a:defRPr>
            </a:lvl1pPr>
            <a:lvl2pPr algn="ctr">
              <a:defRPr sz="1725" b="1">
                <a:solidFill>
                  <a:srgbClr val="087F8C"/>
                </a:solidFill>
                <a:latin typeface="Helvetica Neue"/>
                <a:ea typeface="Helvetica Neue"/>
                <a:cs typeface="Helvetica Neue"/>
              </a:defRPr>
            </a:lvl2pPr>
            <a:lvl3pPr algn="ctr">
              <a:defRPr sz="1725" b="1">
                <a:solidFill>
                  <a:srgbClr val="087F8C"/>
                </a:solidFill>
                <a:latin typeface="Helvetica Neue"/>
                <a:ea typeface="Helvetica Neue"/>
                <a:cs typeface="Helvetica Neue"/>
              </a:defRPr>
            </a:lvl3pPr>
            <a:lvl4pPr algn="ctr">
              <a:defRPr sz="1725" b="1">
                <a:solidFill>
                  <a:srgbClr val="087F8C"/>
                </a:solidFill>
                <a:latin typeface="Helvetica Neue"/>
                <a:ea typeface="Helvetica Neue"/>
                <a:cs typeface="Helvetica Neue"/>
              </a:defRPr>
            </a:lvl4pPr>
            <a:lvl5pPr algn="ctr">
              <a:defRPr sz="1725" b="1">
                <a:solidFill>
                  <a:srgbClr val="087F8C"/>
                </a:solidFill>
                <a:latin typeface="Helvetica Neue"/>
                <a:ea typeface="Helvetica Neue"/>
                <a:cs typeface="Helvetica Neue"/>
              </a:defRPr>
            </a:lvl5pPr>
            <a:lvl6pPr algn="ctr">
              <a:defRPr sz="1725" b="1">
                <a:solidFill>
                  <a:srgbClr val="087F8C"/>
                </a:solidFill>
                <a:latin typeface="Helvetica Neue"/>
                <a:ea typeface="Helvetica Neue"/>
                <a:cs typeface="Helvetica Neue"/>
              </a:defRPr>
            </a:lvl6pPr>
            <a:lvl7pPr algn="ctr">
              <a:defRPr sz="1725" b="1">
                <a:solidFill>
                  <a:srgbClr val="087F8C"/>
                </a:solidFill>
                <a:latin typeface="Helvetica Neue"/>
                <a:ea typeface="Helvetica Neue"/>
                <a:cs typeface="Helvetica Neue"/>
              </a:defRPr>
            </a:lvl7pPr>
            <a:lvl8pPr algn="ctr">
              <a:defRPr sz="1725" b="1">
                <a:solidFill>
                  <a:srgbClr val="087F8C"/>
                </a:solidFill>
                <a:latin typeface="Helvetica Neue"/>
                <a:ea typeface="Helvetica Neue"/>
                <a:cs typeface="Helvetica Neue"/>
              </a:defRPr>
            </a:lvl8pPr>
            <a:lvl9pPr algn="ctr">
              <a:defRPr sz="1725" b="1">
                <a:solidFill>
                  <a:srgbClr val="087F8C"/>
                </a:solidFill>
                <a:latin typeface="Helvetica Neue"/>
                <a:ea typeface="Helvetica Neue"/>
                <a:cs typeface="Helvetica Neue"/>
              </a:defRPr>
            </a:lvl9pPr>
          </a:lstStyle>
          <a:p xmlns:a="http://schemas.openxmlformats.org/drawingml/2006/main">
            <a:pPr algn="ctr">
              <a:defRPr sz="1725" b="1">
                <a:solidFill>
                  <a:srgbClr val="087F8C"/>
                </a:solidFill>
                <a:latin typeface="Helvetica Neue"/>
                <a:ea typeface="Helvetica Neue"/>
                <a:cs typeface="Helvetica Neue"/>
              </a:defRPr>
            </a:pPr>
            <a:r>
              <a:rPr sz="1725" b="1">
                <a:solidFill>
                  <a:srgbClr val="087F8C"/>
                </a:solidFill>
                <a:latin typeface="Helvetica Neue"/>
                <a:ea typeface="Helvetica Neue"/>
                <a:cs typeface="Helvetica Neue"/>
              </a:rPr>
              <a:t>Точная версия</a:t>
            </a:r>
          </a:p>
          <a:p xmlns:a="http://schemas.openxmlformats.org/drawingml/2006/main">
            <a:pPr algn="ctr">
              <a:defRPr sz="1725" b="1">
                <a:solidFill>
                  <a:srgbClr val="087F8C"/>
                </a:solidFill>
                <a:latin typeface="Helvetica Neue"/>
                <a:ea typeface="Helvetica Neue"/>
                <a:cs typeface="Helvetica Neue"/>
              </a:defRPr>
            </a:pPr>
            <a:r>
              <a:rPr sz="1725" b="1">
                <a:solidFill>
                  <a:srgbClr val="087F8C"/>
                </a:solidFill>
                <a:latin typeface="Helvetica Neue"/>
                <a:ea typeface="Helvetica Neue"/>
                <a:cs typeface="Helvetica Neue"/>
              </a:rPr>
              <a:t>plan_id + hash</a:t>
            </a:r>
          </a:p>
        </p:txBody>
      </p:sp>
      <p:sp>
        <p:nvSpPr>
          <p:cNvPr id="17" name="">
            <a:extLst xmlns:a="http://schemas.openxmlformats.org/drawingml/2006/main">
              <a:ext uri="{FF2B5EF4-FFF2-40B4-BE49-F238E27FC236}">
                <a16:creationId xmlns:a16="http://schemas.microsoft.com/office/drawing/2014/main" id="{7EF7DD06-B917-43F3-8921-DC28EF10255C}"/>
              </a:ext>
            </a:extLst>
          </p:cNvPr>
          <p:cNvSpPr>
            <a:spLocks xmlns:a="http://schemas.openxmlformats.org/drawingml/2006/main" noGrp="1"/>
          </p:cNvSpPr>
          <p:nvPr/>
        </p:nvSpPr>
        <p:spPr>
          <a:xfrm xmlns:a="http://schemas.openxmlformats.org/drawingml/2006/main">
            <a:off x="3590925" y="466725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132238"/>
            </a:solidFill>
          </a:ln>
        </p:spPr>
        <p:txBody>
          <a:bodyPr xmlns:a="http://schemas.openxmlformats.org/drawingml/2006/main" wrap="square" lIns="95250" tIns="95250" rIns="95250" bIns="95250" anchor="ctr">
            <a:noAutofit/>
          </a:bodyPr>
          <a:lstStyle xmlns:a="http://schemas.openxmlformats.org/drawingml/2006/main">
            <a:defPPr algn="ctr">
              <a:defRPr sz="1575" b="1">
                <a:solidFill>
                  <a:srgbClr val="132238"/>
                </a:solidFill>
                <a:latin typeface="Helvetica Neue"/>
                <a:ea typeface="Helvetica Neue"/>
                <a:cs typeface="Helvetica Neue"/>
              </a:defRPr>
            </a:defPPr>
            <a:lvl1pPr algn="ctr">
              <a:defRPr sz="1575" b="1">
                <a:solidFill>
                  <a:srgbClr val="132238"/>
                </a:solidFill>
                <a:latin typeface="Helvetica Neue"/>
                <a:ea typeface="Helvetica Neue"/>
                <a:cs typeface="Helvetica Neue"/>
              </a:defRPr>
            </a:lvl1pPr>
            <a:lvl2pPr algn="ctr">
              <a:defRPr sz="1575" b="1">
                <a:solidFill>
                  <a:srgbClr val="132238"/>
                </a:solidFill>
                <a:latin typeface="Helvetica Neue"/>
                <a:ea typeface="Helvetica Neue"/>
                <a:cs typeface="Helvetica Neue"/>
              </a:defRPr>
            </a:lvl2pPr>
            <a:lvl3pPr algn="ctr">
              <a:defRPr sz="1575" b="1">
                <a:solidFill>
                  <a:srgbClr val="132238"/>
                </a:solidFill>
                <a:latin typeface="Helvetica Neue"/>
                <a:ea typeface="Helvetica Neue"/>
                <a:cs typeface="Helvetica Neue"/>
              </a:defRPr>
            </a:lvl3pPr>
            <a:lvl4pPr algn="ctr">
              <a:defRPr sz="1575" b="1">
                <a:solidFill>
                  <a:srgbClr val="132238"/>
                </a:solidFill>
                <a:latin typeface="Helvetica Neue"/>
                <a:ea typeface="Helvetica Neue"/>
                <a:cs typeface="Helvetica Neue"/>
              </a:defRPr>
            </a:lvl4pPr>
            <a:lvl5pPr algn="ctr">
              <a:defRPr sz="1575" b="1">
                <a:solidFill>
                  <a:srgbClr val="132238"/>
                </a:solidFill>
                <a:latin typeface="Helvetica Neue"/>
                <a:ea typeface="Helvetica Neue"/>
                <a:cs typeface="Helvetica Neue"/>
              </a:defRPr>
            </a:lvl5pPr>
            <a:lvl6pPr algn="ctr">
              <a:defRPr sz="1575" b="1">
                <a:solidFill>
                  <a:srgbClr val="132238"/>
                </a:solidFill>
                <a:latin typeface="Helvetica Neue"/>
                <a:ea typeface="Helvetica Neue"/>
                <a:cs typeface="Helvetica Neue"/>
              </a:defRPr>
            </a:lvl6pPr>
            <a:lvl7pPr algn="ctr">
              <a:defRPr sz="1575" b="1">
                <a:solidFill>
                  <a:srgbClr val="132238"/>
                </a:solidFill>
                <a:latin typeface="Helvetica Neue"/>
                <a:ea typeface="Helvetica Neue"/>
                <a:cs typeface="Helvetica Neue"/>
              </a:defRPr>
            </a:lvl7pPr>
            <a:lvl8pPr algn="ctr">
              <a:defRPr sz="1575" b="1">
                <a:solidFill>
                  <a:srgbClr val="132238"/>
                </a:solidFill>
                <a:latin typeface="Helvetica Neue"/>
                <a:ea typeface="Helvetica Neue"/>
                <a:cs typeface="Helvetica Neue"/>
              </a:defRPr>
            </a:lvl8pPr>
            <a:lvl9pPr algn="ctr">
              <a:defRPr sz="1575" b="1">
                <a:solidFill>
                  <a:srgbClr val="132238"/>
                </a:solidFill>
                <a:latin typeface="Helvetica Neue"/>
                <a:ea typeface="Helvetica Neue"/>
                <a:cs typeface="Helvetica Neue"/>
              </a:defRPr>
            </a:lvl9pPr>
          </a:lstStyle>
          <a:p xmlns:a="http://schemas.openxmlformats.org/drawingml/2006/main">
            <a:pPr algn="ctr">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Backend</a:t>
            </a:r>
          </a:p>
          <a:p xmlns:a="http://schemas.openxmlformats.org/drawingml/2006/main">
            <a:pPr algn="ctr">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ConnectedPlans</a:t>
            </a:r>
          </a:p>
        </p:txBody>
      </p:sp>
      <p:sp>
        <p:nvSpPr>
          <p:cNvPr id="18" name="">
            <a:extLst xmlns:a="http://schemas.openxmlformats.org/drawingml/2006/main">
              <a:ext uri="{FF2B5EF4-FFF2-40B4-BE49-F238E27FC236}">
                <a16:creationId xmlns:a16="http://schemas.microsoft.com/office/drawing/2014/main" id="{4FCC2D7E-71E3-48CA-8101-3B94823BAAC5}"/>
              </a:ext>
            </a:extLst>
          </p:cNvPr>
          <p:cNvSpPr>
            <a:spLocks xmlns:a="http://schemas.openxmlformats.org/drawingml/2006/main" noGrp="1"/>
          </p:cNvSpPr>
          <p:nvPr/>
        </p:nvSpPr>
        <p:spPr>
          <a:xfrm xmlns:a="http://schemas.openxmlformats.org/drawingml/2006/main">
            <a:off x="6572250" y="466725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725" b="1">
                <a:solidFill>
                  <a:srgbClr val="4056BD"/>
                </a:solidFill>
                <a:latin typeface="Helvetica Neue"/>
                <a:ea typeface="Helvetica Neue"/>
                <a:cs typeface="Helvetica Neue"/>
              </a:defRPr>
            </a:defPPr>
            <a:lvl1pPr algn="ctr">
              <a:defRPr sz="1725" b="1">
                <a:solidFill>
                  <a:srgbClr val="4056BD"/>
                </a:solidFill>
                <a:latin typeface="Helvetica Neue"/>
                <a:ea typeface="Helvetica Neue"/>
                <a:cs typeface="Helvetica Neue"/>
              </a:defRPr>
            </a:lvl1pPr>
            <a:lvl2pPr algn="ctr">
              <a:defRPr sz="1725" b="1">
                <a:solidFill>
                  <a:srgbClr val="4056BD"/>
                </a:solidFill>
                <a:latin typeface="Helvetica Neue"/>
                <a:ea typeface="Helvetica Neue"/>
                <a:cs typeface="Helvetica Neue"/>
              </a:defRPr>
            </a:lvl2pPr>
            <a:lvl3pPr algn="ctr">
              <a:defRPr sz="1725" b="1">
                <a:solidFill>
                  <a:srgbClr val="4056BD"/>
                </a:solidFill>
                <a:latin typeface="Helvetica Neue"/>
                <a:ea typeface="Helvetica Neue"/>
                <a:cs typeface="Helvetica Neue"/>
              </a:defRPr>
            </a:lvl3pPr>
            <a:lvl4pPr algn="ctr">
              <a:defRPr sz="1725" b="1">
                <a:solidFill>
                  <a:srgbClr val="4056BD"/>
                </a:solidFill>
                <a:latin typeface="Helvetica Neue"/>
                <a:ea typeface="Helvetica Neue"/>
                <a:cs typeface="Helvetica Neue"/>
              </a:defRPr>
            </a:lvl4pPr>
            <a:lvl5pPr algn="ctr">
              <a:defRPr sz="1725" b="1">
                <a:solidFill>
                  <a:srgbClr val="4056BD"/>
                </a:solidFill>
                <a:latin typeface="Helvetica Neue"/>
                <a:ea typeface="Helvetica Neue"/>
                <a:cs typeface="Helvetica Neue"/>
              </a:defRPr>
            </a:lvl5pPr>
            <a:lvl6pPr algn="ctr">
              <a:defRPr sz="1725" b="1">
                <a:solidFill>
                  <a:srgbClr val="4056BD"/>
                </a:solidFill>
                <a:latin typeface="Helvetica Neue"/>
                <a:ea typeface="Helvetica Neue"/>
                <a:cs typeface="Helvetica Neue"/>
              </a:defRPr>
            </a:lvl6pPr>
            <a:lvl7pPr algn="ctr">
              <a:defRPr sz="1725" b="1">
                <a:solidFill>
                  <a:srgbClr val="4056BD"/>
                </a:solidFill>
                <a:latin typeface="Helvetica Neue"/>
                <a:ea typeface="Helvetica Neue"/>
                <a:cs typeface="Helvetica Neue"/>
              </a:defRPr>
            </a:lvl7pPr>
            <a:lvl8pPr algn="ctr">
              <a:defRPr sz="1725" b="1">
                <a:solidFill>
                  <a:srgbClr val="4056BD"/>
                </a:solidFill>
                <a:latin typeface="Helvetica Neue"/>
                <a:ea typeface="Helvetica Neue"/>
                <a:cs typeface="Helvetica Neue"/>
              </a:defRPr>
            </a:lvl8pPr>
            <a:lvl9pPr algn="ctr">
              <a:defRPr sz="1725" b="1">
                <a:solidFill>
                  <a:srgbClr val="4056BD"/>
                </a:solidFill>
                <a:latin typeface="Helvetica Neue"/>
                <a:ea typeface="Helvetica Neue"/>
                <a:cs typeface="Helvetica Neue"/>
              </a:defRPr>
            </a:lvl9pPr>
          </a:lstStyle>
          <a:p xmlns:a="http://schemas.openxmlformats.org/drawingml/2006/main">
            <a:pPr algn="ctr">
              <a:defRPr sz="1725" b="1">
                <a:solidFill>
                  <a:srgbClr val="4056BD"/>
                </a:solidFill>
                <a:latin typeface="Helvetica Neue"/>
                <a:ea typeface="Helvetica Neue"/>
                <a:cs typeface="Helvetica Neue"/>
              </a:defRPr>
            </a:pPr>
            <a:r>
              <a:rPr sz="1725" b="1">
                <a:solidFill>
                  <a:srgbClr val="4056BD"/>
                </a:solidFill>
                <a:latin typeface="Helvetica Neue"/>
                <a:ea typeface="Helvetica Neue"/>
                <a:cs typeface="Helvetica Neue"/>
              </a:rPr>
              <a:t>Приватный MCP</a:t>
            </a:r>
          </a:p>
          <a:p xmlns:a="http://schemas.openxmlformats.org/drawingml/2006/main">
            <a:pPr algn="ctr">
              <a:defRPr sz="1725" b="1">
                <a:solidFill>
                  <a:srgbClr val="4056BD"/>
                </a:solidFill>
                <a:latin typeface="Helvetica Neue"/>
                <a:ea typeface="Helvetica Neue"/>
                <a:cs typeface="Helvetica Neue"/>
              </a:defRPr>
            </a:pPr>
            <a:r>
              <a:rPr sz="1725" b="1">
                <a:solidFill>
                  <a:srgbClr val="4056BD"/>
                </a:solidFill>
                <a:latin typeface="Helvetica Neue"/>
                <a:ea typeface="Helvetica Neue"/>
                <a:cs typeface="Helvetica Neue"/>
              </a:rPr>
              <a:t>apply / verify</a:t>
            </a:r>
          </a:p>
        </p:txBody>
      </p:sp>
      <p:sp>
        <p:nvSpPr>
          <p:cNvPr id="19" name="">
            <a:extLst xmlns:a="http://schemas.openxmlformats.org/drawingml/2006/main">
              <a:ext uri="{FF2B5EF4-FFF2-40B4-BE49-F238E27FC236}">
                <a16:creationId xmlns:a16="http://schemas.microsoft.com/office/drawing/2014/main" id="{30A1832E-F590-4C03-97A1-271B58CB776F}"/>
              </a:ext>
            </a:extLst>
          </p:cNvPr>
          <p:cNvSpPr>
            <a:spLocks xmlns:a="http://schemas.openxmlformats.org/drawingml/2006/main" noGrp="1"/>
          </p:cNvSpPr>
          <p:nvPr/>
        </p:nvSpPr>
        <p:spPr>
          <a:xfrm xmlns:a="http://schemas.openxmlformats.org/drawingml/2006/main">
            <a:off x="9553575" y="4667250"/>
            <a:ext cx="20288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4056BD"/>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4056BD"/>
                </a:solidFill>
                <a:latin typeface="Helvetica Neue"/>
                <a:ea typeface="Helvetica Neue"/>
                <a:cs typeface="Helvetica Neue"/>
              </a:defRPr>
            </a:defPPr>
            <a:lvl1pPr algn="ctr">
              <a:defRPr sz="1800" b="1">
                <a:solidFill>
                  <a:srgbClr val="4056BD"/>
                </a:solidFill>
                <a:latin typeface="Helvetica Neue"/>
                <a:ea typeface="Helvetica Neue"/>
                <a:cs typeface="Helvetica Neue"/>
              </a:defRPr>
            </a:lvl1pPr>
            <a:lvl2pPr algn="ctr">
              <a:defRPr sz="1800" b="1">
                <a:solidFill>
                  <a:srgbClr val="4056BD"/>
                </a:solidFill>
                <a:latin typeface="Helvetica Neue"/>
                <a:ea typeface="Helvetica Neue"/>
                <a:cs typeface="Helvetica Neue"/>
              </a:defRPr>
            </a:lvl2pPr>
            <a:lvl3pPr algn="ctr">
              <a:defRPr sz="1800" b="1">
                <a:solidFill>
                  <a:srgbClr val="4056BD"/>
                </a:solidFill>
                <a:latin typeface="Helvetica Neue"/>
                <a:ea typeface="Helvetica Neue"/>
                <a:cs typeface="Helvetica Neue"/>
              </a:defRPr>
            </a:lvl3pPr>
            <a:lvl4pPr algn="ctr">
              <a:defRPr sz="1800" b="1">
                <a:solidFill>
                  <a:srgbClr val="4056BD"/>
                </a:solidFill>
                <a:latin typeface="Helvetica Neue"/>
                <a:ea typeface="Helvetica Neue"/>
                <a:cs typeface="Helvetica Neue"/>
              </a:defRPr>
            </a:lvl4pPr>
            <a:lvl5pPr algn="ctr">
              <a:defRPr sz="1800" b="1">
                <a:solidFill>
                  <a:srgbClr val="4056BD"/>
                </a:solidFill>
                <a:latin typeface="Helvetica Neue"/>
                <a:ea typeface="Helvetica Neue"/>
                <a:cs typeface="Helvetica Neue"/>
              </a:defRPr>
            </a:lvl5pPr>
            <a:lvl6pPr algn="ctr">
              <a:defRPr sz="1800" b="1">
                <a:solidFill>
                  <a:srgbClr val="4056BD"/>
                </a:solidFill>
                <a:latin typeface="Helvetica Neue"/>
                <a:ea typeface="Helvetica Neue"/>
                <a:cs typeface="Helvetica Neue"/>
              </a:defRPr>
            </a:lvl6pPr>
            <a:lvl7pPr algn="ctr">
              <a:defRPr sz="1800" b="1">
                <a:solidFill>
                  <a:srgbClr val="4056BD"/>
                </a:solidFill>
                <a:latin typeface="Helvetica Neue"/>
                <a:ea typeface="Helvetica Neue"/>
                <a:cs typeface="Helvetica Neue"/>
              </a:defRPr>
            </a:lvl7pPr>
            <a:lvl8pPr algn="ctr">
              <a:defRPr sz="1800" b="1">
                <a:solidFill>
                  <a:srgbClr val="4056BD"/>
                </a:solidFill>
                <a:latin typeface="Helvetica Neue"/>
                <a:ea typeface="Helvetica Neue"/>
                <a:cs typeface="Helvetica Neue"/>
              </a:defRPr>
            </a:lvl8pPr>
            <a:lvl9pPr algn="ctr">
              <a:defRPr sz="1800" b="1">
                <a:solidFill>
                  <a:srgbClr val="4056BD"/>
                </a:solidFill>
                <a:latin typeface="Helvetica Neue"/>
                <a:ea typeface="Helvetica Neue"/>
                <a:cs typeface="Helvetica Neue"/>
              </a:defRPr>
            </a:lvl9pPr>
          </a:lstStyle>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Google</a:t>
            </a:r>
          </a:p>
          <a:p xmlns:a="http://schemas.openxmlformats.org/drawingml/2006/main">
            <a:pPr algn="ctr">
              <a:defRPr sz="1800" b="1">
                <a:solidFill>
                  <a:srgbClr val="4056BD"/>
                </a:solidFill>
                <a:latin typeface="Helvetica Neue"/>
                <a:ea typeface="Helvetica Neue"/>
                <a:cs typeface="Helvetica Neue"/>
              </a:defRPr>
            </a:pPr>
            <a:r>
              <a:rPr sz="1800" b="1">
                <a:solidFill>
                  <a:srgbClr val="4056BD"/>
                </a:solidFill>
                <a:latin typeface="Helvetica Neue"/>
                <a:ea typeface="Helvetica Neue"/>
                <a:cs typeface="Helvetica Neue"/>
              </a:rPr>
              <a:t>Calendar</a:t>
            </a:r>
          </a:p>
        </p:txBody>
      </p:sp>
      <p:sp>
        <p:nvSpPr>
          <p:cNvPr id="23" name="">
            <a:extLst xmlns:a="http://schemas.openxmlformats.org/drawingml/2006/main">
              <a:ext uri="{FF2B5EF4-FFF2-40B4-BE49-F238E27FC236}">
                <a16:creationId xmlns:a16="http://schemas.microsoft.com/office/drawing/2014/main" id="{CC39940D-A1C1-4C85-8AC9-6767E1C6F50B}"/>
              </a:ext>
            </a:extLst>
          </p:cNvPr>
          <p:cNvSpPr>
            <a:spLocks xmlns:a="http://schemas.openxmlformats.org/drawingml/2006/main" noGrp="1"/>
          </p:cNvSpPr>
          <p:nvPr/>
        </p:nvSpPr>
        <p:spPr>
          <a:xfrm xmlns:a="http://schemas.openxmlformats.org/drawingml/2006/main">
            <a:off x="609600" y="5848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778"/>
                </a:solidFill>
                <a:latin typeface="Helvetica Neue"/>
                <a:ea typeface="Helvetica Neue"/>
                <a:cs typeface="Helvetica Neue"/>
              </a:defRPr>
            </a:defPPr>
            <a:lvl1pPr algn="l">
              <a:defRPr sz="1725" b="0">
                <a:solidFill>
                  <a:srgbClr val="586778"/>
                </a:solidFill>
                <a:latin typeface="Helvetica Neue"/>
                <a:ea typeface="Helvetica Neue"/>
                <a:cs typeface="Helvetica Neue"/>
              </a:defRPr>
            </a:lvl1pPr>
            <a:lvl2pPr algn="l">
              <a:defRPr sz="1725" b="0">
                <a:solidFill>
                  <a:srgbClr val="586778"/>
                </a:solidFill>
                <a:latin typeface="Helvetica Neue"/>
                <a:ea typeface="Helvetica Neue"/>
                <a:cs typeface="Helvetica Neue"/>
              </a:defRPr>
            </a:lvl2pPr>
            <a:lvl3pPr algn="l">
              <a:defRPr sz="1725" b="0">
                <a:solidFill>
                  <a:srgbClr val="586778"/>
                </a:solidFill>
                <a:latin typeface="Helvetica Neue"/>
                <a:ea typeface="Helvetica Neue"/>
                <a:cs typeface="Helvetica Neue"/>
              </a:defRPr>
            </a:lvl3pPr>
            <a:lvl4pPr algn="l">
              <a:defRPr sz="1725" b="0">
                <a:solidFill>
                  <a:srgbClr val="586778"/>
                </a:solidFill>
                <a:latin typeface="Helvetica Neue"/>
                <a:ea typeface="Helvetica Neue"/>
                <a:cs typeface="Helvetica Neue"/>
              </a:defRPr>
            </a:lvl4pPr>
            <a:lvl5pPr algn="l">
              <a:defRPr sz="1725" b="0">
                <a:solidFill>
                  <a:srgbClr val="586778"/>
                </a:solidFill>
                <a:latin typeface="Helvetica Neue"/>
                <a:ea typeface="Helvetica Neue"/>
                <a:cs typeface="Helvetica Neue"/>
              </a:defRPr>
            </a:lvl5pPr>
            <a:lvl6pPr algn="l">
              <a:defRPr sz="1725" b="0">
                <a:solidFill>
                  <a:srgbClr val="586778"/>
                </a:solidFill>
                <a:latin typeface="Helvetica Neue"/>
                <a:ea typeface="Helvetica Neue"/>
                <a:cs typeface="Helvetica Neue"/>
              </a:defRPr>
            </a:lvl6pPr>
            <a:lvl7pPr algn="l">
              <a:defRPr sz="1725" b="0">
                <a:solidFill>
                  <a:srgbClr val="586778"/>
                </a:solidFill>
                <a:latin typeface="Helvetica Neue"/>
                <a:ea typeface="Helvetica Neue"/>
                <a:cs typeface="Helvetica Neue"/>
              </a:defRPr>
            </a:lvl7pPr>
            <a:lvl8pPr algn="l">
              <a:defRPr sz="1725" b="0">
                <a:solidFill>
                  <a:srgbClr val="586778"/>
                </a:solidFill>
                <a:latin typeface="Helvetica Neue"/>
                <a:ea typeface="Helvetica Neue"/>
                <a:cs typeface="Helvetica Neue"/>
              </a:defRPr>
            </a:lvl8pPr>
            <a:lvl9pPr algn="l">
              <a:defRPr sz="1725" b="0">
                <a:solidFill>
                  <a:srgbClr val="586778"/>
                </a:solidFill>
                <a:latin typeface="Helvetica Neue"/>
                <a:ea typeface="Helvetica Neue"/>
                <a:cs typeface="Helvetica Neue"/>
              </a:defRPr>
            </a:lvl9pPr>
          </a:lstStyle>
          <a:p xmlns:a="http://schemas.openxmlformats.org/drawingml/2006/main">
            <a:pPr algn="l">
              <a:defRPr sz="1725" b="0">
                <a:solidFill>
                  <a:srgbClr val="586778"/>
                </a:solidFill>
                <a:latin typeface="Helvetica Neue"/>
                <a:ea typeface="Helvetica Neue"/>
                <a:cs typeface="Helvetica Neue"/>
              </a:defRPr>
            </a:pPr>
            <a:r>
              <a:rPr sz="1725" b="0">
                <a:solidFill>
                  <a:srgbClr val="586778"/>
                </a:solidFill>
                <a:latin typeface="Helvetica Neue"/>
                <a:ea typeface="Helvetica Neue"/>
                <a:cs typeface="Helvetica Neue"/>
              </a:rPr>
              <a:t>Firestore хранит пары, план, согласие и результат проверки</a:t>
            </a:r>
          </a:p>
        </p:txBody>
      </p:sp>
    </p:spTree>
    <p:extLst>
      <p:ext uri="{BB962C8B-B14F-4D97-AF65-F5344CB8AC3E}">
        <p14:creationId xmlns:p14="http://schemas.microsoft.com/office/powerpoint/2010/main" val="1209568281"/>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1529C3-96F5-4FB6-A5D5-AB303A585C07}"/>
              </a:ext>
            </a:extLst>
          </p:cNvPr>
          <p:cNvSpPr>
            <a:spLocks xmlns:a="http://schemas.openxmlformats.org/drawingml/2006/main" noGrp="1"/>
          </p:cNvSpPr>
          <p:nvPr/>
        </p:nvSpPr>
        <p:spPr>
          <a:xfrm xmlns:a="http://schemas.openxmlformats.org/drawingml/2006/main">
            <a:off x="609600" y="342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4056BD"/>
                </a:solidFill>
                <a:latin typeface="Helvetica Neue"/>
                <a:ea typeface="Helvetica Neue"/>
                <a:cs typeface="Helvetica Neue"/>
              </a:defRPr>
            </a:defPPr>
            <a:lvl1pPr algn="l">
              <a:defRPr sz="1650" b="1">
                <a:solidFill>
                  <a:srgbClr val="4056BD"/>
                </a:solidFill>
                <a:latin typeface="Helvetica Neue"/>
                <a:ea typeface="Helvetica Neue"/>
                <a:cs typeface="Helvetica Neue"/>
              </a:defRPr>
            </a:lvl1pPr>
            <a:lvl2pPr algn="l">
              <a:defRPr sz="1650" b="1">
                <a:solidFill>
                  <a:srgbClr val="4056BD"/>
                </a:solidFill>
                <a:latin typeface="Helvetica Neue"/>
                <a:ea typeface="Helvetica Neue"/>
                <a:cs typeface="Helvetica Neue"/>
              </a:defRPr>
            </a:lvl2pPr>
            <a:lvl3pPr algn="l">
              <a:defRPr sz="1650" b="1">
                <a:solidFill>
                  <a:srgbClr val="4056BD"/>
                </a:solidFill>
                <a:latin typeface="Helvetica Neue"/>
                <a:ea typeface="Helvetica Neue"/>
                <a:cs typeface="Helvetica Neue"/>
              </a:defRPr>
            </a:lvl3pPr>
            <a:lvl4pPr algn="l">
              <a:defRPr sz="1650" b="1">
                <a:solidFill>
                  <a:srgbClr val="4056BD"/>
                </a:solidFill>
                <a:latin typeface="Helvetica Neue"/>
                <a:ea typeface="Helvetica Neue"/>
                <a:cs typeface="Helvetica Neue"/>
              </a:defRPr>
            </a:lvl4pPr>
            <a:lvl5pPr algn="l">
              <a:defRPr sz="1650" b="1">
                <a:solidFill>
                  <a:srgbClr val="4056BD"/>
                </a:solidFill>
                <a:latin typeface="Helvetica Neue"/>
                <a:ea typeface="Helvetica Neue"/>
                <a:cs typeface="Helvetica Neue"/>
              </a:defRPr>
            </a:lvl5pPr>
            <a:lvl6pPr algn="l">
              <a:defRPr sz="1650" b="1">
                <a:solidFill>
                  <a:srgbClr val="4056BD"/>
                </a:solidFill>
                <a:latin typeface="Helvetica Neue"/>
                <a:ea typeface="Helvetica Neue"/>
                <a:cs typeface="Helvetica Neue"/>
              </a:defRPr>
            </a:lvl6pPr>
            <a:lvl7pPr algn="l">
              <a:defRPr sz="1650" b="1">
                <a:solidFill>
                  <a:srgbClr val="4056BD"/>
                </a:solidFill>
                <a:latin typeface="Helvetica Neue"/>
                <a:ea typeface="Helvetica Neue"/>
                <a:cs typeface="Helvetica Neue"/>
              </a:defRPr>
            </a:lvl7pPr>
            <a:lvl8pPr algn="l">
              <a:defRPr sz="1650" b="1">
                <a:solidFill>
                  <a:srgbClr val="4056BD"/>
                </a:solidFill>
                <a:latin typeface="Helvetica Neue"/>
                <a:ea typeface="Helvetica Neue"/>
                <a:cs typeface="Helvetica Neue"/>
              </a:defRPr>
            </a:lvl8pPr>
            <a:lvl9pPr algn="l">
              <a:defRPr sz="1650" b="1">
                <a:solidFill>
                  <a:srgbClr val="4056BD"/>
                </a:solidFill>
                <a:latin typeface="Helvetica Neue"/>
                <a:ea typeface="Helvetica Neue"/>
                <a:cs typeface="Helvetica Neue"/>
              </a:defRPr>
            </a:lvl9pPr>
          </a:lstStyle>
          <a:p xmlns:a="http://schemas.openxmlformats.org/drawingml/2006/main">
            <a:pPr algn="l">
              <a:defRPr sz="1650" b="1">
                <a:solidFill>
                  <a:srgbClr val="4056BD"/>
                </a:solidFill>
                <a:latin typeface="Helvetica Neue"/>
                <a:ea typeface="Helvetica Neue"/>
                <a:cs typeface="Helvetica Neue"/>
              </a:defRPr>
            </a:pPr>
            <a:r>
              <a:rPr sz="1650" b="1">
                <a:solidFill>
                  <a:srgbClr val="4056BD"/>
                </a:solidFill>
                <a:latin typeface="Helvetica Neue"/>
                <a:ea typeface="Helvetica Neue"/>
                <a:cs typeface="Helvetica Neue"/>
              </a:rPr>
              <a:t>CampusPulse AI</a:t>
            </a:r>
          </a:p>
        </p:txBody>
      </p:sp>
      <p:sp>
        <p:nvSpPr>
          <p:cNvPr id="2" name="">
            <a:extLst xmlns:a="http://schemas.openxmlformats.org/drawingml/2006/main">
              <a:ext uri="{FF2B5EF4-FFF2-40B4-BE49-F238E27FC236}">
                <a16:creationId xmlns:a16="http://schemas.microsoft.com/office/drawing/2014/main" id="{5ABF2963-6D44-4F40-AFF6-F260D2516B02}"/>
              </a:ext>
            </a:extLst>
          </p:cNvPr>
          <p:cNvSpPr>
            <a:spLocks xmlns:a="http://schemas.openxmlformats.org/drawingml/2006/main" noGrp="1"/>
          </p:cNvSpPr>
          <p:nvPr/>
        </p:nvSpPr>
        <p:spPr>
          <a:xfrm xmlns:a="http://schemas.openxmlformats.org/drawingml/2006/main">
            <a:off x="10820400" y="3429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86778"/>
                </a:solidFill>
                <a:latin typeface="Helvetica Neue"/>
                <a:ea typeface="Helvetica Neue"/>
                <a:cs typeface="Helvetica Neue"/>
              </a:defRPr>
            </a:defPPr>
            <a:lvl1pPr algn="r">
              <a:defRPr sz="1500" b="0">
                <a:solidFill>
                  <a:srgbClr val="586778"/>
                </a:solidFill>
                <a:latin typeface="Helvetica Neue"/>
                <a:ea typeface="Helvetica Neue"/>
                <a:cs typeface="Helvetica Neue"/>
              </a:defRPr>
            </a:lvl1pPr>
            <a:lvl2pPr algn="r">
              <a:defRPr sz="1500" b="0">
                <a:solidFill>
                  <a:srgbClr val="586778"/>
                </a:solidFill>
                <a:latin typeface="Helvetica Neue"/>
                <a:ea typeface="Helvetica Neue"/>
                <a:cs typeface="Helvetica Neue"/>
              </a:defRPr>
            </a:lvl2pPr>
            <a:lvl3pPr algn="r">
              <a:defRPr sz="1500" b="0">
                <a:solidFill>
                  <a:srgbClr val="586778"/>
                </a:solidFill>
                <a:latin typeface="Helvetica Neue"/>
                <a:ea typeface="Helvetica Neue"/>
                <a:cs typeface="Helvetica Neue"/>
              </a:defRPr>
            </a:lvl3pPr>
            <a:lvl4pPr algn="r">
              <a:defRPr sz="1500" b="0">
                <a:solidFill>
                  <a:srgbClr val="586778"/>
                </a:solidFill>
                <a:latin typeface="Helvetica Neue"/>
                <a:ea typeface="Helvetica Neue"/>
                <a:cs typeface="Helvetica Neue"/>
              </a:defRPr>
            </a:lvl4pPr>
            <a:lvl5pPr algn="r">
              <a:defRPr sz="1500" b="0">
                <a:solidFill>
                  <a:srgbClr val="586778"/>
                </a:solidFill>
                <a:latin typeface="Helvetica Neue"/>
                <a:ea typeface="Helvetica Neue"/>
                <a:cs typeface="Helvetica Neue"/>
              </a:defRPr>
            </a:lvl5pPr>
            <a:lvl6pPr algn="r">
              <a:defRPr sz="1500" b="0">
                <a:solidFill>
                  <a:srgbClr val="586778"/>
                </a:solidFill>
                <a:latin typeface="Helvetica Neue"/>
                <a:ea typeface="Helvetica Neue"/>
                <a:cs typeface="Helvetica Neue"/>
              </a:defRPr>
            </a:lvl6pPr>
            <a:lvl7pPr algn="r">
              <a:defRPr sz="1500" b="0">
                <a:solidFill>
                  <a:srgbClr val="586778"/>
                </a:solidFill>
                <a:latin typeface="Helvetica Neue"/>
                <a:ea typeface="Helvetica Neue"/>
                <a:cs typeface="Helvetica Neue"/>
              </a:defRPr>
            </a:lvl7pPr>
            <a:lvl8pPr algn="r">
              <a:defRPr sz="1500" b="0">
                <a:solidFill>
                  <a:srgbClr val="586778"/>
                </a:solidFill>
                <a:latin typeface="Helvetica Neue"/>
                <a:ea typeface="Helvetica Neue"/>
                <a:cs typeface="Helvetica Neue"/>
              </a:defRPr>
            </a:lvl8pPr>
            <a:lvl9pPr algn="r">
              <a:defRPr sz="1500" b="0">
                <a:solidFill>
                  <a:srgbClr val="586778"/>
                </a:solidFill>
                <a:latin typeface="Helvetica Neue"/>
                <a:ea typeface="Helvetica Neue"/>
                <a:cs typeface="Helvetica Neue"/>
              </a:defRPr>
            </a:lvl9pPr>
          </a:lstStyle>
          <a:p xmlns:a="http://schemas.openxmlformats.org/drawingml/2006/main">
            <a:pPr algn="r">
              <a:defRPr sz="1500" b="0">
                <a:solidFill>
                  <a:srgbClr val="586778"/>
                </a:solidFill>
                <a:latin typeface="Helvetica Neue"/>
                <a:ea typeface="Helvetica Neue"/>
                <a:cs typeface="Helvetica Neue"/>
              </a:defRPr>
            </a:pPr>
            <a:r>
              <a:rPr sz="1500" b="0">
                <a:solidFill>
                  <a:srgbClr val="586778"/>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F2254885-0406-4882-9DF3-F39CB12F75CF}"/>
              </a:ext>
            </a:extLst>
          </p:cNvPr>
          <p:cNvSpPr>
            <a:spLocks xmlns:a="http://schemas.openxmlformats.org/drawingml/2006/main" noGrp="1"/>
          </p:cNvSpPr>
          <p:nvPr/>
        </p:nvSpPr>
        <p:spPr>
          <a:xfrm xmlns:a="http://schemas.openxmlformats.org/drawingml/2006/main">
            <a:off x="609600" y="9525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238"/>
                </a:solidFill>
                <a:latin typeface="Helvetica Neue"/>
                <a:ea typeface="Helvetica Neue"/>
                <a:cs typeface="Helvetica Neue"/>
              </a:defRPr>
            </a:defPPr>
            <a:lvl1pPr algn="l">
              <a:defRPr sz="3450" b="1">
                <a:solidFill>
                  <a:srgbClr val="132238"/>
                </a:solidFill>
                <a:latin typeface="Helvetica Neue"/>
                <a:ea typeface="Helvetica Neue"/>
                <a:cs typeface="Helvetica Neue"/>
              </a:defRPr>
            </a:lvl1pPr>
            <a:lvl2pPr algn="l">
              <a:defRPr sz="3450" b="1">
                <a:solidFill>
                  <a:srgbClr val="132238"/>
                </a:solidFill>
                <a:latin typeface="Helvetica Neue"/>
                <a:ea typeface="Helvetica Neue"/>
                <a:cs typeface="Helvetica Neue"/>
              </a:defRPr>
            </a:lvl2pPr>
            <a:lvl3pPr algn="l">
              <a:defRPr sz="3450" b="1">
                <a:solidFill>
                  <a:srgbClr val="132238"/>
                </a:solidFill>
                <a:latin typeface="Helvetica Neue"/>
                <a:ea typeface="Helvetica Neue"/>
                <a:cs typeface="Helvetica Neue"/>
              </a:defRPr>
            </a:lvl3pPr>
            <a:lvl4pPr algn="l">
              <a:defRPr sz="3450" b="1">
                <a:solidFill>
                  <a:srgbClr val="132238"/>
                </a:solidFill>
                <a:latin typeface="Helvetica Neue"/>
                <a:ea typeface="Helvetica Neue"/>
                <a:cs typeface="Helvetica Neue"/>
              </a:defRPr>
            </a:lvl4pPr>
            <a:lvl5pPr algn="l">
              <a:defRPr sz="3450" b="1">
                <a:solidFill>
                  <a:srgbClr val="132238"/>
                </a:solidFill>
                <a:latin typeface="Helvetica Neue"/>
                <a:ea typeface="Helvetica Neue"/>
                <a:cs typeface="Helvetica Neue"/>
              </a:defRPr>
            </a:lvl5pPr>
            <a:lvl6pPr algn="l">
              <a:defRPr sz="3450" b="1">
                <a:solidFill>
                  <a:srgbClr val="132238"/>
                </a:solidFill>
                <a:latin typeface="Helvetica Neue"/>
                <a:ea typeface="Helvetica Neue"/>
                <a:cs typeface="Helvetica Neue"/>
              </a:defRPr>
            </a:lvl6pPr>
            <a:lvl7pPr algn="l">
              <a:defRPr sz="3450" b="1">
                <a:solidFill>
                  <a:srgbClr val="132238"/>
                </a:solidFill>
                <a:latin typeface="Helvetica Neue"/>
                <a:ea typeface="Helvetica Neue"/>
                <a:cs typeface="Helvetica Neue"/>
              </a:defRPr>
            </a:lvl7pPr>
            <a:lvl8pPr algn="l">
              <a:defRPr sz="3450" b="1">
                <a:solidFill>
                  <a:srgbClr val="132238"/>
                </a:solidFill>
                <a:latin typeface="Helvetica Neue"/>
                <a:ea typeface="Helvetica Neue"/>
                <a:cs typeface="Helvetica Neue"/>
              </a:defRPr>
            </a:lvl8pPr>
            <a:lvl9pPr algn="l">
              <a:defRPr sz="3450" b="1">
                <a:solidFill>
                  <a:srgbClr val="132238"/>
                </a:solidFill>
                <a:latin typeface="Helvetica Neue"/>
                <a:ea typeface="Helvetica Neue"/>
                <a:cs typeface="Helvetica Neue"/>
              </a:defRPr>
            </a:lvl9pPr>
          </a:lstStyle>
          <a:p xmlns:a="http://schemas.openxmlformats.org/drawingml/2006/main">
            <a:pPr algn="l">
              <a:defRPr sz="3450" b="1">
                <a:solidFill>
                  <a:srgbClr val="132238"/>
                </a:solidFill>
                <a:latin typeface="Helvetica Neue"/>
                <a:ea typeface="Helvetica Neue"/>
                <a:cs typeface="Helvetica Neue"/>
              </a:defRPr>
            </a:pPr>
            <a:r>
              <a:rPr sz="3450" b="1">
                <a:solidFill>
                  <a:srgbClr val="132238"/>
                </a:solidFill>
                <a:latin typeface="Helvetica Neue"/>
                <a:ea typeface="Helvetica Neue"/>
                <a:cs typeface="Helvetica Neue"/>
              </a:rPr>
              <a:t>MCP и Function Calling</a:t>
            </a:r>
          </a:p>
        </p:txBody>
      </p:sp>
      <p:sp>
        <p:nvSpPr>
          <p:cNvPr id="4" name="">
            <a:extLst xmlns:a="http://schemas.openxmlformats.org/drawingml/2006/main">
              <a:ext uri="{FF2B5EF4-FFF2-40B4-BE49-F238E27FC236}">
                <a16:creationId xmlns:a16="http://schemas.microsoft.com/office/drawing/2014/main" id="{0F6A1555-8D73-448C-9CA1-D20DF63E933A}"/>
              </a:ext>
            </a:extLst>
          </p:cNvPr>
          <p:cNvSpPr>
            <a:spLocks xmlns:a="http://schemas.openxmlformats.org/drawingml/2006/main" noGrp="1"/>
          </p:cNvSpPr>
          <p:nvPr/>
        </p:nvSpPr>
        <p:spPr>
          <a:xfrm xmlns:a="http://schemas.openxmlformats.org/drawingml/2006/main">
            <a:off x="609600" y="2038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Модель получает инструменты чтения. Запись запускает backend после согласия.</a:t>
            </a:r>
          </a:p>
        </p:txBody>
      </p:sp>
      <p:sp>
        <p:nvSpPr>
          <p:cNvPr id="5" name="">
            <a:extLst xmlns:a="http://schemas.openxmlformats.org/drawingml/2006/main">
              <a:ext uri="{FF2B5EF4-FFF2-40B4-BE49-F238E27FC236}">
                <a16:creationId xmlns:a16="http://schemas.microsoft.com/office/drawing/2014/main" id="{CF2BE614-193B-4066-B11B-CD94159B79EE}"/>
              </a:ext>
            </a:extLst>
          </p:cNvPr>
          <p:cNvSpPr>
            <a:spLocks xmlns:a="http://schemas.openxmlformats.org/drawingml/2006/main" noGrp="1"/>
          </p:cNvSpPr>
          <p:nvPr/>
        </p:nvSpPr>
        <p:spPr>
          <a:xfrm xmlns:a="http://schemas.openxmlformats.org/drawingml/2006/main">
            <a:off x="609600" y="6305550"/>
            <a:ext cx="10972800" cy="0"/>
          </a:xfrm>
          <a:prstGeom xmlns:a="http://schemas.openxmlformats.org/drawingml/2006/main" prst="line">
            <a:avLst/>
          </a:prstGeom>
          <a:noFill xmlns:a="http://schemas.openxmlformats.org/drawingml/2006/main"/>
          <a:ln xmlns:a="http://schemas.openxmlformats.org/drawingml/2006/main" w="9525">
            <a:solidFill>
              <a:srgbClr val="CED7DC"/>
            </a:solidFill>
          </a:ln>
        </p:spPr>
      </p:sp>
      <p:sp>
        <p:nvSpPr>
          <p:cNvPr id="6" name="">
            <a:extLst xmlns:a="http://schemas.openxmlformats.org/drawingml/2006/main">
              <a:ext uri="{FF2B5EF4-FFF2-40B4-BE49-F238E27FC236}">
                <a16:creationId xmlns:a16="http://schemas.microsoft.com/office/drawing/2014/main" id="{75590600-9A22-48AB-B5AA-3A0BF90AF24F}"/>
              </a:ext>
            </a:extLst>
          </p:cNvPr>
          <p:cNvSpPr>
            <a:spLocks xmlns:a="http://schemas.openxmlformats.org/drawingml/2006/main" noGrp="1"/>
          </p:cNvSpPr>
          <p:nvPr/>
        </p:nvSpPr>
        <p:spPr>
          <a:xfrm xmlns:a="http://schemas.openxmlformats.org/drawingml/2006/main">
            <a:off x="60960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86778"/>
                </a:solidFill>
                <a:latin typeface="Helvetica Neue"/>
                <a:ea typeface="Helvetica Neue"/>
                <a:cs typeface="Helvetica Neue"/>
              </a:defRPr>
            </a:defPPr>
            <a:lvl1pPr algn="l">
              <a:defRPr sz="1275" b="0">
                <a:solidFill>
                  <a:srgbClr val="586778"/>
                </a:solidFill>
                <a:latin typeface="Helvetica Neue"/>
                <a:ea typeface="Helvetica Neue"/>
                <a:cs typeface="Helvetica Neue"/>
              </a:defRPr>
            </a:lvl1pPr>
            <a:lvl2pPr algn="l">
              <a:defRPr sz="1275" b="0">
                <a:solidFill>
                  <a:srgbClr val="586778"/>
                </a:solidFill>
                <a:latin typeface="Helvetica Neue"/>
                <a:ea typeface="Helvetica Neue"/>
                <a:cs typeface="Helvetica Neue"/>
              </a:defRPr>
            </a:lvl2pPr>
            <a:lvl3pPr algn="l">
              <a:defRPr sz="1275" b="0">
                <a:solidFill>
                  <a:srgbClr val="586778"/>
                </a:solidFill>
                <a:latin typeface="Helvetica Neue"/>
                <a:ea typeface="Helvetica Neue"/>
                <a:cs typeface="Helvetica Neue"/>
              </a:defRPr>
            </a:lvl3pPr>
            <a:lvl4pPr algn="l">
              <a:defRPr sz="1275" b="0">
                <a:solidFill>
                  <a:srgbClr val="586778"/>
                </a:solidFill>
                <a:latin typeface="Helvetica Neue"/>
                <a:ea typeface="Helvetica Neue"/>
                <a:cs typeface="Helvetica Neue"/>
              </a:defRPr>
            </a:lvl4pPr>
            <a:lvl5pPr algn="l">
              <a:defRPr sz="1275" b="0">
                <a:solidFill>
                  <a:srgbClr val="586778"/>
                </a:solidFill>
                <a:latin typeface="Helvetica Neue"/>
                <a:ea typeface="Helvetica Neue"/>
                <a:cs typeface="Helvetica Neue"/>
              </a:defRPr>
            </a:lvl5pPr>
            <a:lvl6pPr algn="l">
              <a:defRPr sz="1275" b="0">
                <a:solidFill>
                  <a:srgbClr val="586778"/>
                </a:solidFill>
                <a:latin typeface="Helvetica Neue"/>
                <a:ea typeface="Helvetica Neue"/>
                <a:cs typeface="Helvetica Neue"/>
              </a:defRPr>
            </a:lvl6pPr>
            <a:lvl7pPr algn="l">
              <a:defRPr sz="1275" b="0">
                <a:solidFill>
                  <a:srgbClr val="586778"/>
                </a:solidFill>
                <a:latin typeface="Helvetica Neue"/>
                <a:ea typeface="Helvetica Neue"/>
                <a:cs typeface="Helvetica Neue"/>
              </a:defRPr>
            </a:lvl7pPr>
            <a:lvl8pPr algn="l">
              <a:defRPr sz="1275" b="0">
                <a:solidFill>
                  <a:srgbClr val="586778"/>
                </a:solidFill>
                <a:latin typeface="Helvetica Neue"/>
                <a:ea typeface="Helvetica Neue"/>
                <a:cs typeface="Helvetica Neue"/>
              </a:defRPr>
            </a:lvl8pPr>
            <a:lvl9pPr algn="l">
              <a:defRPr sz="1275" b="0">
                <a:solidFill>
                  <a:srgbClr val="586778"/>
                </a:solidFill>
                <a:latin typeface="Helvetica Neue"/>
                <a:ea typeface="Helvetica Neue"/>
                <a:cs typeface="Helvetica Neue"/>
              </a:defRPr>
            </a:lvl9pPr>
          </a:lstStyle>
          <a:p xmlns:a="http://schemas.openxmlformats.org/drawingml/2006/main">
            <a:pPr algn="l">
              <a:defRPr sz="1275" b="0">
                <a:solidFill>
                  <a:srgbClr val="586778"/>
                </a:solidFill>
                <a:latin typeface="Helvetica Neue"/>
                <a:ea typeface="Helvetica Neue"/>
                <a:cs typeface="Helvetica Neue"/>
              </a:defRPr>
            </a:pPr>
            <a:r>
              <a:rPr sz="1275" b="0">
                <a:solidFill>
                  <a:srgbClr val="586778"/>
                </a:solidFill>
                <a:latin typeface="Helvetica Neue"/>
                <a:ea typeface="Helvetica Neue"/>
                <a:cs typeface="Helvetica Neue"/>
              </a:rPr>
              <a:t>Защита проекта, 22 октября 2026</a:t>
            </a:r>
          </a:p>
        </p:txBody>
      </p:sp>
      <p:graphicFrame>
        <p:nvGraphicFramePr>
          <p:cNvPr id="7" name="">
            <a:extLst xmlns:a="http://schemas.openxmlformats.org/drawingml/2006/main">
              <a:ext uri="{FF2B5EF4-FFF2-40B4-BE49-F238E27FC236}">
                <a16:creationId xmlns:a16="http://schemas.microsoft.com/office/drawing/2014/main" id="{87FC52A8-F02F-493C-B1DA-F80ADF3BB2F1}"/>
              </a:ext>
            </a:extLst>
          </p:cNvPr>
          <p:cNvGraphicFramePr/>
          <p:nvPr/>
        </p:nvGraphicFramePr>
        <p:xfrm>
          <a:off xmlns:a="http://schemas.openxmlformats.org/drawingml/2006/main" x="609600" y="2857500"/>
          <a:ext xmlns:a="http://schemas.openxmlformats.org/drawingml/2006/main" cx="10972800" cy="2686050"/>
        </p:xfrm>
        <a:graphic xmlns:a="http://schemas.openxmlformats.org/drawingml/2006/main">
          <a:graphicData uri="http://schemas.openxmlformats.org/drawingml/2006/table">
            <a:tbl>
              <a:tblPr/>
              <a:tblGrid>
                <a:gridCol w="4476750"/>
                <a:gridCol w="6496050"/>
              </a:tblGrid>
              <a:tr h="447675">
                <a:tc>
                  <a:txBody>
                    <a:bodyPr wrap="none" lIns="123825" tIns="66675" rIns="123825" bIns="66675">
                      <a:noAutofit/>
                    </a:bodyPr>
                    <a:lstStyle/>
                    <a:p>
                      <a:r>
                        <a:rPr sz="1800" b="1">
                          <a:solidFill>
                            <a:srgbClr val="FFFFFF"/>
                          </a:solidFill>
                          <a:latin typeface="Helvetica Neue"/>
                          <a:ea typeface="Helvetica Neue"/>
                          <a:cs typeface="Helvetica Neue"/>
                        </a:rPr>
                        <a:t>Кто вызывает</a:t>
                      </a:r>
                    </a:p>
                  </a:txBody>
                  <a:tcPr marL="91440" marR="91440" marT="45720" marB="45720" anchor="ctr">
                    <a:lnL w="9525">
                      <a:solidFill>
                        <a:srgbClr val="CED7DC"/>
                      </a:solidFill>
                      <a:prstDash val="solid"/>
                    </a:lnL>
                    <a:lnR w="9525">
                      <a:solidFill>
                        <a:srgbClr val="CED7DC"/>
                      </a:solidFill>
                      <a:prstDash val="solid"/>
                    </a:lnR>
                    <a:lnT w="9525">
                      <a:solidFill>
                        <a:srgbClr val="CED7DC"/>
                      </a:solidFill>
                      <a:prstDash val="solid"/>
                    </a:lnT>
                    <a:lnB w="9525">
                      <a:solidFill>
                        <a:srgbClr val="CED7DC"/>
                      </a:solidFill>
                      <a:prstDash val="solid"/>
                    </a:lnB>
                    <a:solidFill>
                      <a:srgbClr val="132238"/>
                    </a:solidFill>
                  </a:tcPr>
                </a:tc>
                <a:tc>
                  <a:txBody>
                    <a:bodyPr wrap="none" lIns="123825" tIns="66675" rIns="123825" bIns="66675">
                      <a:noAutofit/>
                    </a:bodyPr>
                    <a:lstStyle/>
                    <a:p>
                      <a:r>
                        <a:rPr sz="1800" b="1">
                          <a:solidFill>
                            <a:srgbClr val="FFFFFF"/>
                          </a:solidFill>
                          <a:latin typeface="Helvetica Neue"/>
                          <a:ea typeface="Helvetica Neue"/>
                          <a:cs typeface="Helvetica Neue"/>
                        </a:rPr>
                        <a:t>Операция и проверка</a:t>
                      </a:r>
                    </a:p>
                  </a:txBody>
                  <a:tcPr marL="91440" marR="91440" marT="45720" marB="45720" anchor="ctr">
                    <a:lnR w="9525">
                      <a:solidFill>
                        <a:srgbClr val="CED7DC"/>
                      </a:solidFill>
                      <a:prstDash val="solid"/>
                    </a:lnR>
                    <a:lnT w="9525">
                      <a:solidFill>
                        <a:srgbClr val="CED7DC"/>
                      </a:solidFill>
                      <a:prstDash val="solid"/>
                    </a:lnT>
                    <a:lnB w="9525">
                      <a:solidFill>
                        <a:srgbClr val="CED7DC"/>
                      </a:solidFill>
                      <a:prstDash val="solid"/>
                    </a:lnB>
                    <a:solidFill>
                      <a:srgbClr val="132238"/>
                    </a:solidFill>
                  </a:tcPr>
                </a:tc>
              </a:tr>
              <a:tr h="447675">
                <a:tc>
                  <a:txBody>
                    <a:bodyPr wrap="none" lIns="123825" tIns="66675" rIns="123825" bIns="66675">
                      <a:noAutofit/>
                    </a:bodyPr>
                    <a:lstStyle/>
                    <a:p>
                      <a:r>
                        <a:rPr sz="1725" b="0">
                          <a:solidFill>
                            <a:srgbClr val="132238"/>
                          </a:solidFill>
                          <a:latin typeface="Helvetica Neue"/>
                          <a:ea typeface="Helvetica Neue"/>
                          <a:cs typeface="Helvetica Neue"/>
                        </a:rPr>
                        <a:t>Модель через ADK Function Calling</a:t>
                      </a:r>
                    </a:p>
                  </a:txBody>
                  <a:tcPr marL="91440" marR="91440" marT="45720" marB="45720" anchor="ctr">
                    <a:lnL w="9525">
                      <a:solidFill>
                        <a:srgbClr val="CED7DC"/>
                      </a:solidFill>
                      <a:prstDash val="solid"/>
                    </a:lnL>
                    <a:lnR w="9525">
                      <a:solidFill>
                        <a:srgbClr val="CED7DC"/>
                      </a:solidFill>
                      <a:prstDash val="solid"/>
                    </a:lnR>
                    <a:lnB w="9525">
                      <a:solidFill>
                        <a:srgbClr val="CED7DC"/>
                      </a:solidFill>
                      <a:prstDash val="solid"/>
                    </a:lnB>
                    <a:solidFill>
                      <a:srgbClr val="FAFAF7"/>
                    </a:solidFill>
                  </a:tcPr>
                </a:tc>
                <a:tc>
                  <a:txBody>
                    <a:bodyPr wrap="none" lIns="123825" tIns="66675" rIns="123825" bIns="66675">
                      <a:noAutofit/>
                    </a:bodyPr>
                    <a:lstStyle/>
                    <a:p>
                      <a:r>
                        <a:rPr sz="1725" b="0">
                          <a:solidFill>
                            <a:srgbClr val="132238"/>
                          </a:solidFill>
                          <a:latin typeface="Helvetica Neue"/>
                          <a:ea typeface="Helvetica Neue"/>
                          <a:cs typeface="Helvetica Neue"/>
                        </a:rPr>
                        <a:t>read_assignments и read_schedule через MCP</a:t>
                      </a:r>
                    </a:p>
                  </a:txBody>
                  <a:tcPr marL="91440" marR="91440" marT="45720" marB="45720" anchor="ctr">
                    <a:lnR w="9525">
                      <a:solidFill>
                        <a:srgbClr val="CED7DC"/>
                      </a:solidFill>
                      <a:prstDash val="solid"/>
                    </a:lnR>
                    <a:lnB w="9525">
                      <a:solidFill>
                        <a:srgbClr val="CED7DC"/>
                      </a:solidFill>
                      <a:prstDash val="solid"/>
                    </a:lnB>
                    <a:solidFill>
                      <a:srgbClr val="FAFAF7"/>
                    </a:solidFill>
                  </a:tcPr>
                </a:tc>
              </a:tr>
              <a:tr h="447675">
                <a:tc>
                  <a:txBody>
                    <a:bodyPr wrap="none" lIns="123825" tIns="66675" rIns="123825" bIns="66675">
                      <a:noAutofit/>
                    </a:bodyPr>
                    <a:lstStyle/>
                    <a:p>
                      <a:r>
                        <a:rPr sz="1725" b="0">
                          <a:solidFill>
                            <a:srgbClr val="132238"/>
                          </a:solidFill>
                          <a:latin typeface="Helvetica Neue"/>
                          <a:ea typeface="Helvetica Neue"/>
                          <a:cs typeface="Helvetica Neue"/>
                        </a:rPr>
                        <a:t>Backend</a:t>
                      </a:r>
                    </a:p>
                  </a:txBody>
                  <a:tcPr marL="91440" marR="91440" marT="45720" marB="45720" anchor="ctr">
                    <a:lnL w="9525">
                      <a:solidFill>
                        <a:srgbClr val="CED7DC"/>
                      </a:solidFill>
                      <a:prstDash val="solid"/>
                    </a:lnL>
                    <a:lnR w="9525">
                      <a:solidFill>
                        <a:srgbClr val="CED7DC"/>
                      </a:solidFill>
                      <a:prstDash val="solid"/>
                    </a:lnR>
                    <a:lnB w="9525">
                      <a:solidFill>
                        <a:srgbClr val="CED7DC"/>
                      </a:solidFill>
                      <a:prstDash val="solid"/>
                    </a:lnB>
                    <a:solidFill>
                      <a:srgbClr val="FAFAF7"/>
                    </a:solidFill>
                  </a:tcPr>
                </a:tc>
                <a:tc>
                  <a:txBody>
                    <a:bodyPr wrap="none" lIns="123825" tIns="66675" rIns="123825" bIns="66675">
                      <a:noAutofit/>
                    </a:bodyPr>
                    <a:lstStyle/>
                    <a:p>
                      <a:r>
                        <a:rPr sz="1725" b="0">
                          <a:solidFill>
                            <a:srgbClr val="132238"/>
                          </a:solidFill>
                          <a:latin typeface="Helvetica Neue"/>
                          <a:ea typeface="Helvetica Neue"/>
                          <a:cs typeface="Helvetica Neue"/>
                        </a:rPr>
                        <a:t>Проверка AdviceReply и сохранённых пар</a:t>
                      </a:r>
                    </a:p>
                  </a:txBody>
                  <a:tcPr marL="91440" marR="91440" marT="45720" marB="45720" anchor="ctr">
                    <a:lnR w="9525">
                      <a:solidFill>
                        <a:srgbClr val="CED7DC"/>
                      </a:solidFill>
                      <a:prstDash val="solid"/>
                    </a:lnR>
                    <a:lnB w="9525">
                      <a:solidFill>
                        <a:srgbClr val="CED7DC"/>
                      </a:solidFill>
                      <a:prstDash val="solid"/>
                    </a:lnB>
                    <a:solidFill>
                      <a:srgbClr val="FAFAF7"/>
                    </a:solidFill>
                  </a:tcPr>
                </a:tc>
              </a:tr>
              <a:tr h="447675">
                <a:tc>
                  <a:txBody>
                    <a:bodyPr wrap="none" lIns="123825" tIns="66675" rIns="123825" bIns="66675">
                      <a:noAutofit/>
                    </a:bodyPr>
                    <a:lstStyle/>
                    <a:p>
                      <a:r>
                        <a:rPr sz="1725" b="0">
                          <a:solidFill>
                            <a:srgbClr val="132238"/>
                          </a:solidFill>
                          <a:latin typeface="Helvetica Neue"/>
                          <a:ea typeface="Helvetica Neue"/>
                          <a:cs typeface="Helvetica Neue"/>
                        </a:rPr>
                        <a:t>Backend через приватный MCP</a:t>
                      </a:r>
                    </a:p>
                  </a:txBody>
                  <a:tcPr marL="91440" marR="91440" marT="45720" marB="45720" anchor="ctr">
                    <a:lnL w="9525">
                      <a:solidFill>
                        <a:srgbClr val="CED7DC"/>
                      </a:solidFill>
                      <a:prstDash val="solid"/>
                    </a:lnL>
                    <a:lnR w="9525">
                      <a:solidFill>
                        <a:srgbClr val="CED7DC"/>
                      </a:solidFill>
                      <a:prstDash val="solid"/>
                    </a:lnR>
                    <a:lnB w="9525">
                      <a:solidFill>
                        <a:srgbClr val="CED7DC"/>
                      </a:solidFill>
                      <a:prstDash val="solid"/>
                    </a:lnB>
                    <a:solidFill>
                      <a:srgbClr val="FAFAF7"/>
                    </a:solidFill>
                  </a:tcPr>
                </a:tc>
                <a:tc>
                  <a:txBody>
                    <a:bodyPr wrap="none" lIns="123825" tIns="66675" rIns="123825" bIns="66675">
                      <a:noAutofit/>
                    </a:bodyPr>
                    <a:lstStyle/>
                    <a:p>
                      <a:r>
                        <a:rPr sz="1725" b="0">
                          <a:solidFill>
                            <a:srgbClr val="132238"/>
                          </a:solidFill>
                          <a:latin typeface="Helvetica Neue"/>
                          <a:ea typeface="Helvetica Neue"/>
                          <a:cs typeface="Helvetica Neue"/>
                        </a:rPr>
                        <a:t>read_calendar: актуальная занятость</a:t>
                      </a:r>
                    </a:p>
                  </a:txBody>
                  <a:tcPr marL="91440" marR="91440" marT="45720" marB="45720" anchor="ctr">
                    <a:lnR w="9525">
                      <a:solidFill>
                        <a:srgbClr val="CED7DC"/>
                      </a:solidFill>
                      <a:prstDash val="solid"/>
                    </a:lnR>
                    <a:lnB w="9525">
                      <a:solidFill>
                        <a:srgbClr val="CED7DC"/>
                      </a:solidFill>
                      <a:prstDash val="solid"/>
                    </a:lnB>
                    <a:solidFill>
                      <a:srgbClr val="FAFAF7"/>
                    </a:solidFill>
                  </a:tcPr>
                </a:tc>
              </a:tr>
              <a:tr h="447675">
                <a:tc>
                  <a:txBody>
                    <a:bodyPr wrap="none" lIns="123825" tIns="66675" rIns="123825" bIns="66675">
                      <a:noAutofit/>
                    </a:bodyPr>
                    <a:lstStyle/>
                    <a:p>
                      <a:r>
                        <a:rPr sz="1725" b="0">
                          <a:solidFill>
                            <a:srgbClr val="132238"/>
                          </a:solidFill>
                          <a:latin typeface="Helvetica Neue"/>
                          <a:ea typeface="Helvetica Neue"/>
                          <a:cs typeface="Helvetica Neue"/>
                        </a:rPr>
                        <a:t>Пользователь в интерфейсе</a:t>
                      </a:r>
                    </a:p>
                  </a:txBody>
                  <a:tcPr marL="91440" marR="91440" marT="45720" marB="45720" anchor="ctr">
                    <a:lnL w="9525">
                      <a:solidFill>
                        <a:srgbClr val="CED7DC"/>
                      </a:solidFill>
                      <a:prstDash val="solid"/>
                    </a:lnL>
                    <a:lnR w="9525">
                      <a:solidFill>
                        <a:srgbClr val="CED7DC"/>
                      </a:solidFill>
                      <a:prstDash val="solid"/>
                    </a:lnR>
                    <a:lnB w="9525">
                      <a:solidFill>
                        <a:srgbClr val="CED7DC"/>
                      </a:solidFill>
                      <a:prstDash val="solid"/>
                    </a:lnB>
                    <a:solidFill>
                      <a:srgbClr val="FAFAF7"/>
                    </a:solidFill>
                  </a:tcPr>
                </a:tc>
                <a:tc>
                  <a:txBody>
                    <a:bodyPr wrap="none" lIns="123825" tIns="66675" rIns="123825" bIns="66675">
                      <a:noAutofit/>
                    </a:bodyPr>
                    <a:lstStyle/>
                    <a:p>
                      <a:r>
                        <a:rPr sz="1725" b="0">
                          <a:solidFill>
                            <a:srgbClr val="132238"/>
                          </a:solidFill>
                          <a:latin typeface="Helvetica Neue"/>
                          <a:ea typeface="Helvetica Neue"/>
                          <a:cs typeface="Helvetica Neue"/>
                        </a:rPr>
                        <a:t>Согласие на plan_id и payload_hash</a:t>
                      </a:r>
                    </a:p>
                  </a:txBody>
                  <a:tcPr marL="91440" marR="91440" marT="45720" marB="45720" anchor="ctr">
                    <a:lnR w="9525">
                      <a:solidFill>
                        <a:srgbClr val="CED7DC"/>
                      </a:solidFill>
                      <a:prstDash val="solid"/>
                    </a:lnR>
                    <a:lnB w="9525">
                      <a:solidFill>
                        <a:srgbClr val="CED7DC"/>
                      </a:solidFill>
                      <a:prstDash val="solid"/>
                    </a:lnB>
                    <a:solidFill>
                      <a:srgbClr val="FAFAF7"/>
                    </a:solidFill>
                  </a:tcPr>
                </a:tc>
              </a:tr>
              <a:tr h="447675">
                <a:tc>
                  <a:txBody>
                    <a:bodyPr wrap="none" lIns="123825" tIns="66675" rIns="123825" bIns="66675">
                      <a:noAutofit/>
                    </a:bodyPr>
                    <a:lstStyle/>
                    <a:p>
                      <a:r>
                        <a:rPr sz="1725" b="0">
                          <a:solidFill>
                            <a:srgbClr val="132238"/>
                          </a:solidFill>
                          <a:latin typeface="Helvetica Neue"/>
                          <a:ea typeface="Helvetica Neue"/>
                          <a:cs typeface="Helvetica Neue"/>
                        </a:rPr>
                        <a:t>Backend через приватный MCP</a:t>
                      </a:r>
                    </a:p>
                  </a:txBody>
                  <a:tcPr marL="91440" marR="91440" marT="45720" marB="45720" anchor="ctr">
                    <a:lnL w="9525">
                      <a:solidFill>
                        <a:srgbClr val="CED7DC"/>
                      </a:solidFill>
                      <a:prstDash val="solid"/>
                    </a:lnL>
                    <a:lnR w="9525">
                      <a:solidFill>
                        <a:srgbClr val="CED7DC"/>
                      </a:solidFill>
                      <a:prstDash val="solid"/>
                    </a:lnR>
                    <a:lnB w="9525">
                      <a:solidFill>
                        <a:srgbClr val="CED7DC"/>
                      </a:solidFill>
                      <a:prstDash val="solid"/>
                    </a:lnB>
                    <a:solidFill>
                      <a:srgbClr val="FAFAF7"/>
                    </a:solidFill>
                  </a:tcPr>
                </a:tc>
                <a:tc>
                  <a:txBody>
                    <a:bodyPr wrap="none" lIns="123825" tIns="66675" rIns="123825" bIns="66675">
                      <a:noAutofit/>
                    </a:bodyPr>
                    <a:lstStyle/>
                    <a:p>
                      <a:r>
                        <a:rPr sz="1725" b="0">
                          <a:solidFill>
                            <a:srgbClr val="132238"/>
                          </a:solidFill>
                          <a:latin typeface="Helvetica Neue"/>
                          <a:ea typeface="Helvetica Neue"/>
                          <a:cs typeface="Helvetica Neue"/>
                        </a:rPr>
                        <a:t>apply_plan и отдельный verify_plan</a:t>
                      </a:r>
                    </a:p>
                  </a:txBody>
                  <a:tcPr marL="91440" marR="91440" marT="45720" marB="45720" anchor="ctr">
                    <a:lnR w="9525">
                      <a:solidFill>
                        <a:srgbClr val="CED7DC"/>
                      </a:solidFill>
                      <a:prstDash val="solid"/>
                    </a:lnR>
                    <a:lnB w="9525">
                      <a:solidFill>
                        <a:srgbClr val="CED7DC"/>
                      </a:solidFill>
                      <a:prstDash val="solid"/>
                    </a:lnB>
                    <a:solidFill>
                      <a:srgbClr val="FAFAF7"/>
                    </a:solidFill>
                  </a:tcPr>
                </a:tc>
              </a:tr>
            </a:tbl>
          </a:graphicData>
        </a:graphic>
      </p:graphicFrame>
      <p:sp>
        <p:nvSpPr>
          <p:cNvPr id="8" name="">
            <a:extLst xmlns:a="http://schemas.openxmlformats.org/drawingml/2006/main">
              <a:ext uri="{FF2B5EF4-FFF2-40B4-BE49-F238E27FC236}">
                <a16:creationId xmlns:a16="http://schemas.microsoft.com/office/drawing/2014/main" id="{6DB90A06-2BD7-4D7C-825C-CB527C38D8CD}"/>
              </a:ext>
            </a:extLst>
          </p:cNvPr>
          <p:cNvSpPr>
            <a:spLocks xmlns:a="http://schemas.openxmlformats.org/drawingml/2006/main" noGrp="1"/>
          </p:cNvSpPr>
          <p:nvPr/>
        </p:nvSpPr>
        <p:spPr>
          <a:xfrm xmlns:a="http://schemas.openxmlformats.org/drawingml/2006/main">
            <a:off x="609600" y="57340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778"/>
                </a:solidFill>
                <a:latin typeface="Helvetica Neue"/>
                <a:ea typeface="Helvetica Neue"/>
                <a:cs typeface="Helvetica Neue"/>
              </a:defRPr>
            </a:defPPr>
            <a:lvl1pPr algn="l">
              <a:defRPr sz="1800" b="0">
                <a:solidFill>
                  <a:srgbClr val="586778"/>
                </a:solidFill>
                <a:latin typeface="Helvetica Neue"/>
                <a:ea typeface="Helvetica Neue"/>
                <a:cs typeface="Helvetica Neue"/>
              </a:defRPr>
            </a:lvl1pPr>
            <a:lvl2pPr algn="l">
              <a:defRPr sz="1800" b="0">
                <a:solidFill>
                  <a:srgbClr val="586778"/>
                </a:solidFill>
                <a:latin typeface="Helvetica Neue"/>
                <a:ea typeface="Helvetica Neue"/>
                <a:cs typeface="Helvetica Neue"/>
              </a:defRPr>
            </a:lvl2pPr>
            <a:lvl3pPr algn="l">
              <a:defRPr sz="1800" b="0">
                <a:solidFill>
                  <a:srgbClr val="586778"/>
                </a:solidFill>
                <a:latin typeface="Helvetica Neue"/>
                <a:ea typeface="Helvetica Neue"/>
                <a:cs typeface="Helvetica Neue"/>
              </a:defRPr>
            </a:lvl3pPr>
            <a:lvl4pPr algn="l">
              <a:defRPr sz="1800" b="0">
                <a:solidFill>
                  <a:srgbClr val="586778"/>
                </a:solidFill>
                <a:latin typeface="Helvetica Neue"/>
                <a:ea typeface="Helvetica Neue"/>
                <a:cs typeface="Helvetica Neue"/>
              </a:defRPr>
            </a:lvl4pPr>
            <a:lvl5pPr algn="l">
              <a:defRPr sz="1800" b="0">
                <a:solidFill>
                  <a:srgbClr val="586778"/>
                </a:solidFill>
                <a:latin typeface="Helvetica Neue"/>
                <a:ea typeface="Helvetica Neue"/>
                <a:cs typeface="Helvetica Neue"/>
              </a:defRPr>
            </a:lvl5pPr>
            <a:lvl6pPr algn="l">
              <a:defRPr sz="1800" b="0">
                <a:solidFill>
                  <a:srgbClr val="586778"/>
                </a:solidFill>
                <a:latin typeface="Helvetica Neue"/>
                <a:ea typeface="Helvetica Neue"/>
                <a:cs typeface="Helvetica Neue"/>
              </a:defRPr>
            </a:lvl6pPr>
            <a:lvl7pPr algn="l">
              <a:defRPr sz="1800" b="0">
                <a:solidFill>
                  <a:srgbClr val="586778"/>
                </a:solidFill>
                <a:latin typeface="Helvetica Neue"/>
                <a:ea typeface="Helvetica Neue"/>
                <a:cs typeface="Helvetica Neue"/>
              </a:defRPr>
            </a:lvl7pPr>
            <a:lvl8pPr algn="l">
              <a:defRPr sz="1800" b="0">
                <a:solidFill>
                  <a:srgbClr val="586778"/>
                </a:solidFill>
                <a:latin typeface="Helvetica Neue"/>
                <a:ea typeface="Helvetica Neue"/>
                <a:cs typeface="Helvetica Neue"/>
              </a:defRPr>
            </a:lvl8pPr>
            <a:lvl9pPr algn="l">
              <a:defRPr sz="1800" b="0">
                <a:solidFill>
                  <a:srgbClr val="586778"/>
                </a:solidFill>
                <a:latin typeface="Helvetica Neue"/>
                <a:ea typeface="Helvetica Neue"/>
                <a:cs typeface="Helvetica Neue"/>
              </a:defRPr>
            </a:lvl9pPr>
          </a:lstStyle>
          <a:p xmlns:a="http://schemas.openxmlformats.org/drawingml/2006/main">
            <a:pPr algn="l">
              <a:defRPr sz="1800" b="0">
                <a:solidFill>
                  <a:srgbClr val="586778"/>
                </a:solidFill>
                <a:latin typeface="Helvetica Neue"/>
                <a:ea typeface="Helvetica Neue"/>
                <a:cs typeface="Helvetica Neue"/>
              </a:defRPr>
            </a:pPr>
            <a:r>
              <a:rPr sz="1800" b="0">
                <a:solidFill>
                  <a:srgbClr val="586778"/>
                </a:solidFill>
                <a:latin typeface="Helvetica Neue"/>
                <a:ea typeface="Helvetica Neue"/>
                <a:cs typeface="Helvetica Neue"/>
              </a:rPr>
              <a:t>Текст модели не разрешает запись. Статус verified требует чтения результата.</a:t>
            </a:r>
          </a:p>
        </p:txBody>
      </p:sp>
    </p:spTree>
    <p:extLst>
      <p:ext uri="{BB962C8B-B14F-4D97-AF65-F5344CB8AC3E}">
        <p14:creationId xmlns:p14="http://schemas.microsoft.com/office/powerpoint/2010/main" val="275827877"/>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FE5DFC-18D3-4149-B6CE-AF51C3F095F5}"/>
              </a:ext>
            </a:extLst>
          </p:cNvPr>
          <p:cNvSpPr>
            <a:spLocks xmlns:a="http://schemas.openxmlformats.org/drawingml/2006/main" noGrp="1"/>
          </p:cNvSpPr>
          <p:nvPr/>
        </p:nvSpPr>
        <p:spPr>
          <a:xfrm xmlns:a="http://schemas.openxmlformats.org/drawingml/2006/main">
            <a:off x="609600" y="342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4056BD"/>
                </a:solidFill>
                <a:latin typeface="Helvetica Neue"/>
                <a:ea typeface="Helvetica Neue"/>
                <a:cs typeface="Helvetica Neue"/>
              </a:defRPr>
            </a:defPPr>
            <a:lvl1pPr algn="l">
              <a:defRPr sz="1650" b="1">
                <a:solidFill>
                  <a:srgbClr val="4056BD"/>
                </a:solidFill>
                <a:latin typeface="Helvetica Neue"/>
                <a:ea typeface="Helvetica Neue"/>
                <a:cs typeface="Helvetica Neue"/>
              </a:defRPr>
            </a:lvl1pPr>
            <a:lvl2pPr algn="l">
              <a:defRPr sz="1650" b="1">
                <a:solidFill>
                  <a:srgbClr val="4056BD"/>
                </a:solidFill>
                <a:latin typeface="Helvetica Neue"/>
                <a:ea typeface="Helvetica Neue"/>
                <a:cs typeface="Helvetica Neue"/>
              </a:defRPr>
            </a:lvl2pPr>
            <a:lvl3pPr algn="l">
              <a:defRPr sz="1650" b="1">
                <a:solidFill>
                  <a:srgbClr val="4056BD"/>
                </a:solidFill>
                <a:latin typeface="Helvetica Neue"/>
                <a:ea typeface="Helvetica Neue"/>
                <a:cs typeface="Helvetica Neue"/>
              </a:defRPr>
            </a:lvl3pPr>
            <a:lvl4pPr algn="l">
              <a:defRPr sz="1650" b="1">
                <a:solidFill>
                  <a:srgbClr val="4056BD"/>
                </a:solidFill>
                <a:latin typeface="Helvetica Neue"/>
                <a:ea typeface="Helvetica Neue"/>
                <a:cs typeface="Helvetica Neue"/>
              </a:defRPr>
            </a:lvl4pPr>
            <a:lvl5pPr algn="l">
              <a:defRPr sz="1650" b="1">
                <a:solidFill>
                  <a:srgbClr val="4056BD"/>
                </a:solidFill>
                <a:latin typeface="Helvetica Neue"/>
                <a:ea typeface="Helvetica Neue"/>
                <a:cs typeface="Helvetica Neue"/>
              </a:defRPr>
            </a:lvl5pPr>
            <a:lvl6pPr algn="l">
              <a:defRPr sz="1650" b="1">
                <a:solidFill>
                  <a:srgbClr val="4056BD"/>
                </a:solidFill>
                <a:latin typeface="Helvetica Neue"/>
                <a:ea typeface="Helvetica Neue"/>
                <a:cs typeface="Helvetica Neue"/>
              </a:defRPr>
            </a:lvl6pPr>
            <a:lvl7pPr algn="l">
              <a:defRPr sz="1650" b="1">
                <a:solidFill>
                  <a:srgbClr val="4056BD"/>
                </a:solidFill>
                <a:latin typeface="Helvetica Neue"/>
                <a:ea typeface="Helvetica Neue"/>
                <a:cs typeface="Helvetica Neue"/>
              </a:defRPr>
            </a:lvl7pPr>
            <a:lvl8pPr algn="l">
              <a:defRPr sz="1650" b="1">
                <a:solidFill>
                  <a:srgbClr val="4056BD"/>
                </a:solidFill>
                <a:latin typeface="Helvetica Neue"/>
                <a:ea typeface="Helvetica Neue"/>
                <a:cs typeface="Helvetica Neue"/>
              </a:defRPr>
            </a:lvl8pPr>
            <a:lvl9pPr algn="l">
              <a:defRPr sz="1650" b="1">
                <a:solidFill>
                  <a:srgbClr val="4056BD"/>
                </a:solidFill>
                <a:latin typeface="Helvetica Neue"/>
                <a:ea typeface="Helvetica Neue"/>
                <a:cs typeface="Helvetica Neue"/>
              </a:defRPr>
            </a:lvl9pPr>
          </a:lstStyle>
          <a:p xmlns:a="http://schemas.openxmlformats.org/drawingml/2006/main">
            <a:pPr algn="l">
              <a:defRPr sz="1650" b="1">
                <a:solidFill>
                  <a:srgbClr val="4056BD"/>
                </a:solidFill>
                <a:latin typeface="Helvetica Neue"/>
                <a:ea typeface="Helvetica Neue"/>
                <a:cs typeface="Helvetica Neue"/>
              </a:defRPr>
            </a:pPr>
            <a:r>
              <a:rPr sz="1650" b="1">
                <a:solidFill>
                  <a:srgbClr val="4056BD"/>
                </a:solidFill>
                <a:latin typeface="Helvetica Neue"/>
                <a:ea typeface="Helvetica Neue"/>
                <a:cs typeface="Helvetica Neue"/>
              </a:rPr>
              <a:t>CampusPulse AI</a:t>
            </a:r>
          </a:p>
        </p:txBody>
      </p:sp>
      <p:sp>
        <p:nvSpPr>
          <p:cNvPr id="2" name="">
            <a:extLst xmlns:a="http://schemas.openxmlformats.org/drawingml/2006/main">
              <a:ext uri="{FF2B5EF4-FFF2-40B4-BE49-F238E27FC236}">
                <a16:creationId xmlns:a16="http://schemas.microsoft.com/office/drawing/2014/main" id="{95BAA864-0517-43CD-AE9C-6C7D769DFA2F}"/>
              </a:ext>
            </a:extLst>
          </p:cNvPr>
          <p:cNvSpPr>
            <a:spLocks xmlns:a="http://schemas.openxmlformats.org/drawingml/2006/main" noGrp="1"/>
          </p:cNvSpPr>
          <p:nvPr/>
        </p:nvSpPr>
        <p:spPr>
          <a:xfrm xmlns:a="http://schemas.openxmlformats.org/drawingml/2006/main">
            <a:off x="10820400" y="3429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86778"/>
                </a:solidFill>
                <a:latin typeface="Helvetica Neue"/>
                <a:ea typeface="Helvetica Neue"/>
                <a:cs typeface="Helvetica Neue"/>
              </a:defRPr>
            </a:defPPr>
            <a:lvl1pPr algn="r">
              <a:defRPr sz="1500" b="0">
                <a:solidFill>
                  <a:srgbClr val="586778"/>
                </a:solidFill>
                <a:latin typeface="Helvetica Neue"/>
                <a:ea typeface="Helvetica Neue"/>
                <a:cs typeface="Helvetica Neue"/>
              </a:defRPr>
            </a:lvl1pPr>
            <a:lvl2pPr algn="r">
              <a:defRPr sz="1500" b="0">
                <a:solidFill>
                  <a:srgbClr val="586778"/>
                </a:solidFill>
                <a:latin typeface="Helvetica Neue"/>
                <a:ea typeface="Helvetica Neue"/>
                <a:cs typeface="Helvetica Neue"/>
              </a:defRPr>
            </a:lvl2pPr>
            <a:lvl3pPr algn="r">
              <a:defRPr sz="1500" b="0">
                <a:solidFill>
                  <a:srgbClr val="586778"/>
                </a:solidFill>
                <a:latin typeface="Helvetica Neue"/>
                <a:ea typeface="Helvetica Neue"/>
                <a:cs typeface="Helvetica Neue"/>
              </a:defRPr>
            </a:lvl3pPr>
            <a:lvl4pPr algn="r">
              <a:defRPr sz="1500" b="0">
                <a:solidFill>
                  <a:srgbClr val="586778"/>
                </a:solidFill>
                <a:latin typeface="Helvetica Neue"/>
                <a:ea typeface="Helvetica Neue"/>
                <a:cs typeface="Helvetica Neue"/>
              </a:defRPr>
            </a:lvl4pPr>
            <a:lvl5pPr algn="r">
              <a:defRPr sz="1500" b="0">
                <a:solidFill>
                  <a:srgbClr val="586778"/>
                </a:solidFill>
                <a:latin typeface="Helvetica Neue"/>
                <a:ea typeface="Helvetica Neue"/>
                <a:cs typeface="Helvetica Neue"/>
              </a:defRPr>
            </a:lvl5pPr>
            <a:lvl6pPr algn="r">
              <a:defRPr sz="1500" b="0">
                <a:solidFill>
                  <a:srgbClr val="586778"/>
                </a:solidFill>
                <a:latin typeface="Helvetica Neue"/>
                <a:ea typeface="Helvetica Neue"/>
                <a:cs typeface="Helvetica Neue"/>
              </a:defRPr>
            </a:lvl6pPr>
            <a:lvl7pPr algn="r">
              <a:defRPr sz="1500" b="0">
                <a:solidFill>
                  <a:srgbClr val="586778"/>
                </a:solidFill>
                <a:latin typeface="Helvetica Neue"/>
                <a:ea typeface="Helvetica Neue"/>
                <a:cs typeface="Helvetica Neue"/>
              </a:defRPr>
            </a:lvl7pPr>
            <a:lvl8pPr algn="r">
              <a:defRPr sz="1500" b="0">
                <a:solidFill>
                  <a:srgbClr val="586778"/>
                </a:solidFill>
                <a:latin typeface="Helvetica Neue"/>
                <a:ea typeface="Helvetica Neue"/>
                <a:cs typeface="Helvetica Neue"/>
              </a:defRPr>
            </a:lvl8pPr>
            <a:lvl9pPr algn="r">
              <a:defRPr sz="1500" b="0">
                <a:solidFill>
                  <a:srgbClr val="586778"/>
                </a:solidFill>
                <a:latin typeface="Helvetica Neue"/>
                <a:ea typeface="Helvetica Neue"/>
                <a:cs typeface="Helvetica Neue"/>
              </a:defRPr>
            </a:lvl9pPr>
          </a:lstStyle>
          <a:p xmlns:a="http://schemas.openxmlformats.org/drawingml/2006/main">
            <a:pPr algn="r">
              <a:defRPr sz="1500" b="0">
                <a:solidFill>
                  <a:srgbClr val="586778"/>
                </a:solidFill>
                <a:latin typeface="Helvetica Neue"/>
                <a:ea typeface="Helvetica Neue"/>
                <a:cs typeface="Helvetica Neue"/>
              </a:defRPr>
            </a:pPr>
            <a:r>
              <a:rPr sz="1500" b="0">
                <a:solidFill>
                  <a:srgbClr val="586778"/>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1B97B70B-F51D-4150-9A84-DDE1D8252A36}"/>
              </a:ext>
            </a:extLst>
          </p:cNvPr>
          <p:cNvSpPr>
            <a:spLocks xmlns:a="http://schemas.openxmlformats.org/drawingml/2006/main" noGrp="1"/>
          </p:cNvSpPr>
          <p:nvPr/>
        </p:nvSpPr>
        <p:spPr>
          <a:xfrm xmlns:a="http://schemas.openxmlformats.org/drawingml/2006/main">
            <a:off x="609600" y="9525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238"/>
                </a:solidFill>
                <a:latin typeface="Helvetica Neue"/>
                <a:ea typeface="Helvetica Neue"/>
                <a:cs typeface="Helvetica Neue"/>
              </a:defRPr>
            </a:defPPr>
            <a:lvl1pPr algn="l">
              <a:defRPr sz="3450" b="1">
                <a:solidFill>
                  <a:srgbClr val="132238"/>
                </a:solidFill>
                <a:latin typeface="Helvetica Neue"/>
                <a:ea typeface="Helvetica Neue"/>
                <a:cs typeface="Helvetica Neue"/>
              </a:defRPr>
            </a:lvl1pPr>
            <a:lvl2pPr algn="l">
              <a:defRPr sz="3450" b="1">
                <a:solidFill>
                  <a:srgbClr val="132238"/>
                </a:solidFill>
                <a:latin typeface="Helvetica Neue"/>
                <a:ea typeface="Helvetica Neue"/>
                <a:cs typeface="Helvetica Neue"/>
              </a:defRPr>
            </a:lvl2pPr>
            <a:lvl3pPr algn="l">
              <a:defRPr sz="3450" b="1">
                <a:solidFill>
                  <a:srgbClr val="132238"/>
                </a:solidFill>
                <a:latin typeface="Helvetica Neue"/>
                <a:ea typeface="Helvetica Neue"/>
                <a:cs typeface="Helvetica Neue"/>
              </a:defRPr>
            </a:lvl3pPr>
            <a:lvl4pPr algn="l">
              <a:defRPr sz="3450" b="1">
                <a:solidFill>
                  <a:srgbClr val="132238"/>
                </a:solidFill>
                <a:latin typeface="Helvetica Neue"/>
                <a:ea typeface="Helvetica Neue"/>
                <a:cs typeface="Helvetica Neue"/>
              </a:defRPr>
            </a:lvl4pPr>
            <a:lvl5pPr algn="l">
              <a:defRPr sz="3450" b="1">
                <a:solidFill>
                  <a:srgbClr val="132238"/>
                </a:solidFill>
                <a:latin typeface="Helvetica Neue"/>
                <a:ea typeface="Helvetica Neue"/>
                <a:cs typeface="Helvetica Neue"/>
              </a:defRPr>
            </a:lvl5pPr>
            <a:lvl6pPr algn="l">
              <a:defRPr sz="3450" b="1">
                <a:solidFill>
                  <a:srgbClr val="132238"/>
                </a:solidFill>
                <a:latin typeface="Helvetica Neue"/>
                <a:ea typeface="Helvetica Neue"/>
                <a:cs typeface="Helvetica Neue"/>
              </a:defRPr>
            </a:lvl6pPr>
            <a:lvl7pPr algn="l">
              <a:defRPr sz="3450" b="1">
                <a:solidFill>
                  <a:srgbClr val="132238"/>
                </a:solidFill>
                <a:latin typeface="Helvetica Neue"/>
                <a:ea typeface="Helvetica Neue"/>
                <a:cs typeface="Helvetica Neue"/>
              </a:defRPr>
            </a:lvl7pPr>
            <a:lvl8pPr algn="l">
              <a:defRPr sz="3450" b="1">
                <a:solidFill>
                  <a:srgbClr val="132238"/>
                </a:solidFill>
                <a:latin typeface="Helvetica Neue"/>
                <a:ea typeface="Helvetica Neue"/>
                <a:cs typeface="Helvetica Neue"/>
              </a:defRPr>
            </a:lvl8pPr>
            <a:lvl9pPr algn="l">
              <a:defRPr sz="3450" b="1">
                <a:solidFill>
                  <a:srgbClr val="132238"/>
                </a:solidFill>
                <a:latin typeface="Helvetica Neue"/>
                <a:ea typeface="Helvetica Neue"/>
                <a:cs typeface="Helvetica Neue"/>
              </a:defRPr>
            </a:lvl9pPr>
          </a:lstStyle>
          <a:p xmlns:a="http://schemas.openxmlformats.org/drawingml/2006/main">
            <a:pPr algn="l">
              <a:defRPr sz="3450" b="1">
                <a:solidFill>
                  <a:srgbClr val="132238"/>
                </a:solidFill>
                <a:latin typeface="Helvetica Neue"/>
                <a:ea typeface="Helvetica Neue"/>
                <a:cs typeface="Helvetica Neue"/>
              </a:defRPr>
            </a:pPr>
            <a:r>
              <a:rPr sz="3450" b="1">
                <a:solidFill>
                  <a:srgbClr val="132238"/>
                </a:solidFill>
                <a:latin typeface="Helvetica Neue"/>
                <a:ea typeface="Helvetica Neue"/>
                <a:cs typeface="Helvetica Neue"/>
              </a:rPr>
              <a:t>Agent Engine и облачный статус</a:t>
            </a:r>
          </a:p>
        </p:txBody>
      </p:sp>
      <p:sp>
        <p:nvSpPr>
          <p:cNvPr id="4" name="">
            <a:extLst xmlns:a="http://schemas.openxmlformats.org/drawingml/2006/main">
              <a:ext uri="{FF2B5EF4-FFF2-40B4-BE49-F238E27FC236}">
                <a16:creationId xmlns:a16="http://schemas.microsoft.com/office/drawing/2014/main" id="{114408CC-45C4-443F-8A16-A155159D1E62}"/>
              </a:ext>
            </a:extLst>
          </p:cNvPr>
          <p:cNvSpPr>
            <a:spLocks xmlns:a="http://schemas.openxmlformats.org/drawingml/2006/main" noGrp="1"/>
          </p:cNvSpPr>
          <p:nvPr/>
        </p:nvSpPr>
        <p:spPr>
          <a:xfrm xmlns:a="http://schemas.openxmlformats.org/drawingml/2006/main">
            <a:off x="609600" y="2038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22 октября 2026, подтверждённый read-only релиз 1382f49</a:t>
            </a:r>
          </a:p>
        </p:txBody>
      </p:sp>
      <p:sp>
        <p:nvSpPr>
          <p:cNvPr id="5" name="">
            <a:extLst xmlns:a="http://schemas.openxmlformats.org/drawingml/2006/main">
              <a:ext uri="{FF2B5EF4-FFF2-40B4-BE49-F238E27FC236}">
                <a16:creationId xmlns:a16="http://schemas.microsoft.com/office/drawing/2014/main" id="{8A4DC971-CE4F-4BCE-BB80-4F601C9849C4}"/>
              </a:ext>
            </a:extLst>
          </p:cNvPr>
          <p:cNvSpPr>
            <a:spLocks xmlns:a="http://schemas.openxmlformats.org/drawingml/2006/main" noGrp="1"/>
          </p:cNvSpPr>
          <p:nvPr/>
        </p:nvSpPr>
        <p:spPr>
          <a:xfrm xmlns:a="http://schemas.openxmlformats.org/drawingml/2006/main">
            <a:off x="609600" y="6305550"/>
            <a:ext cx="10972800" cy="0"/>
          </a:xfrm>
          <a:prstGeom xmlns:a="http://schemas.openxmlformats.org/drawingml/2006/main" prst="line">
            <a:avLst/>
          </a:prstGeom>
          <a:noFill xmlns:a="http://schemas.openxmlformats.org/drawingml/2006/main"/>
          <a:ln xmlns:a="http://schemas.openxmlformats.org/drawingml/2006/main" w="9525">
            <a:solidFill>
              <a:srgbClr val="CED7DC"/>
            </a:solidFill>
          </a:ln>
        </p:spPr>
      </p:sp>
      <p:sp>
        <p:nvSpPr>
          <p:cNvPr id="6" name="">
            <a:extLst xmlns:a="http://schemas.openxmlformats.org/drawingml/2006/main">
              <a:ext uri="{FF2B5EF4-FFF2-40B4-BE49-F238E27FC236}">
                <a16:creationId xmlns:a16="http://schemas.microsoft.com/office/drawing/2014/main" id="{950BFA18-5027-419B-B931-CF33F9E81241}"/>
              </a:ext>
            </a:extLst>
          </p:cNvPr>
          <p:cNvSpPr>
            <a:spLocks xmlns:a="http://schemas.openxmlformats.org/drawingml/2006/main" noGrp="1"/>
          </p:cNvSpPr>
          <p:nvPr/>
        </p:nvSpPr>
        <p:spPr>
          <a:xfrm xmlns:a="http://schemas.openxmlformats.org/drawingml/2006/main">
            <a:off x="60960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86778"/>
                </a:solidFill>
                <a:latin typeface="Helvetica Neue"/>
                <a:ea typeface="Helvetica Neue"/>
                <a:cs typeface="Helvetica Neue"/>
              </a:defRPr>
            </a:defPPr>
            <a:lvl1pPr algn="l">
              <a:defRPr sz="1275" b="0">
                <a:solidFill>
                  <a:srgbClr val="586778"/>
                </a:solidFill>
                <a:latin typeface="Helvetica Neue"/>
                <a:ea typeface="Helvetica Neue"/>
                <a:cs typeface="Helvetica Neue"/>
              </a:defRPr>
            </a:lvl1pPr>
            <a:lvl2pPr algn="l">
              <a:defRPr sz="1275" b="0">
                <a:solidFill>
                  <a:srgbClr val="586778"/>
                </a:solidFill>
                <a:latin typeface="Helvetica Neue"/>
                <a:ea typeface="Helvetica Neue"/>
                <a:cs typeface="Helvetica Neue"/>
              </a:defRPr>
            </a:lvl2pPr>
            <a:lvl3pPr algn="l">
              <a:defRPr sz="1275" b="0">
                <a:solidFill>
                  <a:srgbClr val="586778"/>
                </a:solidFill>
                <a:latin typeface="Helvetica Neue"/>
                <a:ea typeface="Helvetica Neue"/>
                <a:cs typeface="Helvetica Neue"/>
              </a:defRPr>
            </a:lvl3pPr>
            <a:lvl4pPr algn="l">
              <a:defRPr sz="1275" b="0">
                <a:solidFill>
                  <a:srgbClr val="586778"/>
                </a:solidFill>
                <a:latin typeface="Helvetica Neue"/>
                <a:ea typeface="Helvetica Neue"/>
                <a:cs typeface="Helvetica Neue"/>
              </a:defRPr>
            </a:lvl4pPr>
            <a:lvl5pPr algn="l">
              <a:defRPr sz="1275" b="0">
                <a:solidFill>
                  <a:srgbClr val="586778"/>
                </a:solidFill>
                <a:latin typeface="Helvetica Neue"/>
                <a:ea typeface="Helvetica Neue"/>
                <a:cs typeface="Helvetica Neue"/>
              </a:defRPr>
            </a:lvl5pPr>
            <a:lvl6pPr algn="l">
              <a:defRPr sz="1275" b="0">
                <a:solidFill>
                  <a:srgbClr val="586778"/>
                </a:solidFill>
                <a:latin typeface="Helvetica Neue"/>
                <a:ea typeface="Helvetica Neue"/>
                <a:cs typeface="Helvetica Neue"/>
              </a:defRPr>
            </a:lvl6pPr>
            <a:lvl7pPr algn="l">
              <a:defRPr sz="1275" b="0">
                <a:solidFill>
                  <a:srgbClr val="586778"/>
                </a:solidFill>
                <a:latin typeface="Helvetica Neue"/>
                <a:ea typeface="Helvetica Neue"/>
                <a:cs typeface="Helvetica Neue"/>
              </a:defRPr>
            </a:lvl7pPr>
            <a:lvl8pPr algn="l">
              <a:defRPr sz="1275" b="0">
                <a:solidFill>
                  <a:srgbClr val="586778"/>
                </a:solidFill>
                <a:latin typeface="Helvetica Neue"/>
                <a:ea typeface="Helvetica Neue"/>
                <a:cs typeface="Helvetica Neue"/>
              </a:defRPr>
            </a:lvl8pPr>
            <a:lvl9pPr algn="l">
              <a:defRPr sz="1275" b="0">
                <a:solidFill>
                  <a:srgbClr val="586778"/>
                </a:solidFill>
                <a:latin typeface="Helvetica Neue"/>
                <a:ea typeface="Helvetica Neue"/>
                <a:cs typeface="Helvetica Neue"/>
              </a:defRPr>
            </a:lvl9pPr>
          </a:lstStyle>
          <a:p xmlns:a="http://schemas.openxmlformats.org/drawingml/2006/main">
            <a:pPr algn="l">
              <a:defRPr sz="1275" b="0">
                <a:solidFill>
                  <a:srgbClr val="586778"/>
                </a:solidFill>
                <a:latin typeface="Helvetica Neue"/>
                <a:ea typeface="Helvetica Neue"/>
                <a:cs typeface="Helvetica Neue"/>
              </a:defRPr>
            </a:pPr>
            <a:r>
              <a:rPr sz="1275" b="0">
                <a:solidFill>
                  <a:srgbClr val="586778"/>
                </a:solidFill>
                <a:latin typeface="Helvetica Neue"/>
                <a:ea typeface="Helvetica Neue"/>
                <a:cs typeface="Helvetica Neue"/>
              </a:rPr>
              <a:t>Защита проекта, 22 октября 2026</a:t>
            </a:r>
          </a:p>
        </p:txBody>
      </p:sp>
      <p:sp>
        <p:nvSpPr>
          <p:cNvPr id="7" name="">
            <a:extLst xmlns:a="http://schemas.openxmlformats.org/drawingml/2006/main">
              <a:ext uri="{FF2B5EF4-FFF2-40B4-BE49-F238E27FC236}">
                <a16:creationId xmlns:a16="http://schemas.microsoft.com/office/drawing/2014/main" id="{29371C7E-8BBC-43FC-9F47-C1CDEB9952C1}"/>
              </a:ext>
            </a:extLst>
          </p:cNvPr>
          <p:cNvSpPr>
            <a:spLocks xmlns:a="http://schemas.openxmlformats.org/drawingml/2006/main" noGrp="1"/>
          </p:cNvSpPr>
          <p:nvPr/>
        </p:nvSpPr>
        <p:spPr>
          <a:xfrm xmlns:a="http://schemas.openxmlformats.org/drawingml/2006/main">
            <a:off x="609600" y="28765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Helvetica Neue"/>
                <a:ea typeface="Helvetica Neue"/>
                <a:cs typeface="Helvetica Neue"/>
              </a:defRPr>
            </a:defPPr>
            <a:lvl1pPr algn="l">
              <a:defRPr sz="2250" b="1">
                <a:solidFill>
                  <a:srgbClr val="087F8C"/>
                </a:solidFill>
                <a:latin typeface="Helvetica Neue"/>
                <a:ea typeface="Helvetica Neue"/>
                <a:cs typeface="Helvetica Neue"/>
              </a:defRPr>
            </a:lvl1pPr>
            <a:lvl2pPr algn="l">
              <a:defRPr sz="2250" b="1">
                <a:solidFill>
                  <a:srgbClr val="087F8C"/>
                </a:solidFill>
                <a:latin typeface="Helvetica Neue"/>
                <a:ea typeface="Helvetica Neue"/>
                <a:cs typeface="Helvetica Neue"/>
              </a:defRPr>
            </a:lvl2pPr>
            <a:lvl3pPr algn="l">
              <a:defRPr sz="2250" b="1">
                <a:solidFill>
                  <a:srgbClr val="087F8C"/>
                </a:solidFill>
                <a:latin typeface="Helvetica Neue"/>
                <a:ea typeface="Helvetica Neue"/>
                <a:cs typeface="Helvetica Neue"/>
              </a:defRPr>
            </a:lvl3pPr>
            <a:lvl4pPr algn="l">
              <a:defRPr sz="2250" b="1">
                <a:solidFill>
                  <a:srgbClr val="087F8C"/>
                </a:solidFill>
                <a:latin typeface="Helvetica Neue"/>
                <a:ea typeface="Helvetica Neue"/>
                <a:cs typeface="Helvetica Neue"/>
              </a:defRPr>
            </a:lvl4pPr>
            <a:lvl5pPr algn="l">
              <a:defRPr sz="2250" b="1">
                <a:solidFill>
                  <a:srgbClr val="087F8C"/>
                </a:solidFill>
                <a:latin typeface="Helvetica Neue"/>
                <a:ea typeface="Helvetica Neue"/>
                <a:cs typeface="Helvetica Neue"/>
              </a:defRPr>
            </a:lvl5pPr>
            <a:lvl6pPr algn="l">
              <a:defRPr sz="2250" b="1">
                <a:solidFill>
                  <a:srgbClr val="087F8C"/>
                </a:solidFill>
                <a:latin typeface="Helvetica Neue"/>
                <a:ea typeface="Helvetica Neue"/>
                <a:cs typeface="Helvetica Neue"/>
              </a:defRPr>
            </a:lvl6pPr>
            <a:lvl7pPr algn="l">
              <a:defRPr sz="2250" b="1">
                <a:solidFill>
                  <a:srgbClr val="087F8C"/>
                </a:solidFill>
                <a:latin typeface="Helvetica Neue"/>
                <a:ea typeface="Helvetica Neue"/>
                <a:cs typeface="Helvetica Neue"/>
              </a:defRPr>
            </a:lvl7pPr>
            <a:lvl8pPr algn="l">
              <a:defRPr sz="2250" b="1">
                <a:solidFill>
                  <a:srgbClr val="087F8C"/>
                </a:solidFill>
                <a:latin typeface="Helvetica Neue"/>
                <a:ea typeface="Helvetica Neue"/>
                <a:cs typeface="Helvetica Neue"/>
              </a:defRPr>
            </a:lvl8pPr>
            <a:lvl9pPr algn="l">
              <a:defRPr sz="2250" b="1">
                <a:solidFill>
                  <a:srgbClr val="087F8C"/>
                </a:solidFill>
                <a:latin typeface="Helvetica Neue"/>
                <a:ea typeface="Helvetica Neue"/>
                <a:cs typeface="Helvetica Neue"/>
              </a:defRPr>
            </a:lvl9pPr>
          </a:lstStyle>
          <a:p xmlns:a="http://schemas.openxmlformats.org/drawingml/2006/main">
            <a:pPr algn="l">
              <a:defRPr sz="2250" b="1">
                <a:solidFill>
                  <a:srgbClr val="087F8C"/>
                </a:solidFill>
                <a:latin typeface="Helvetica Neue"/>
                <a:ea typeface="Helvetica Neue"/>
                <a:cs typeface="Helvetica Neue"/>
              </a:defRPr>
            </a:pPr>
            <a:r>
              <a:rPr sz="2250" b="1">
                <a:solidFill>
                  <a:srgbClr val="087F8C"/>
                </a:solidFill>
                <a:latin typeface="Helvetica Neue"/>
                <a:ea typeface="Helvetica Neue"/>
                <a:cs typeface="Helvetica Neue"/>
              </a:rPr>
              <a:t>Подтверждено в облаке</a:t>
            </a:r>
          </a:p>
        </p:txBody>
      </p:sp>
      <p:sp>
        <p:nvSpPr>
          <p:cNvPr id="8" name="">
            <a:extLst xmlns:a="http://schemas.openxmlformats.org/drawingml/2006/main">
              <a:ext uri="{FF2B5EF4-FFF2-40B4-BE49-F238E27FC236}">
                <a16:creationId xmlns:a16="http://schemas.microsoft.com/office/drawing/2014/main" id="{4AF66480-41A7-44A4-96A1-E0DA728816B9}"/>
              </a:ext>
            </a:extLst>
          </p:cNvPr>
          <p:cNvSpPr>
            <a:spLocks xmlns:a="http://schemas.openxmlformats.org/drawingml/2006/main" noGrp="1"/>
          </p:cNvSpPr>
          <p:nvPr/>
        </p:nvSpPr>
        <p:spPr>
          <a:xfrm xmlns:a="http://schemas.openxmlformats.org/drawingml/2006/main">
            <a:off x="609600" y="3486150"/>
            <a:ext cx="5334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32238"/>
                </a:solidFill>
                <a:latin typeface="Helvetica Neue"/>
                <a:ea typeface="Helvetica Neue"/>
                <a:cs typeface="Helvetica Neue"/>
              </a:defRPr>
            </a:defPPr>
            <a:lvl1pPr algn="l">
              <a:defRPr sz="1950" b="0">
                <a:solidFill>
                  <a:srgbClr val="132238"/>
                </a:solidFill>
                <a:latin typeface="Helvetica Neue"/>
                <a:ea typeface="Helvetica Neue"/>
                <a:cs typeface="Helvetica Neue"/>
              </a:defRPr>
            </a:lvl1pPr>
            <a:lvl2pPr algn="l">
              <a:defRPr sz="1950" b="0">
                <a:solidFill>
                  <a:srgbClr val="132238"/>
                </a:solidFill>
                <a:latin typeface="Helvetica Neue"/>
                <a:ea typeface="Helvetica Neue"/>
                <a:cs typeface="Helvetica Neue"/>
              </a:defRPr>
            </a:lvl2pPr>
            <a:lvl3pPr algn="l">
              <a:defRPr sz="1950" b="0">
                <a:solidFill>
                  <a:srgbClr val="132238"/>
                </a:solidFill>
                <a:latin typeface="Helvetica Neue"/>
                <a:ea typeface="Helvetica Neue"/>
                <a:cs typeface="Helvetica Neue"/>
              </a:defRPr>
            </a:lvl3pPr>
            <a:lvl4pPr algn="l">
              <a:defRPr sz="1950" b="0">
                <a:solidFill>
                  <a:srgbClr val="132238"/>
                </a:solidFill>
                <a:latin typeface="Helvetica Neue"/>
                <a:ea typeface="Helvetica Neue"/>
                <a:cs typeface="Helvetica Neue"/>
              </a:defRPr>
            </a:lvl4pPr>
            <a:lvl5pPr algn="l">
              <a:defRPr sz="1950" b="0">
                <a:solidFill>
                  <a:srgbClr val="132238"/>
                </a:solidFill>
                <a:latin typeface="Helvetica Neue"/>
                <a:ea typeface="Helvetica Neue"/>
                <a:cs typeface="Helvetica Neue"/>
              </a:defRPr>
            </a:lvl5pPr>
            <a:lvl6pPr algn="l">
              <a:defRPr sz="1950" b="0">
                <a:solidFill>
                  <a:srgbClr val="132238"/>
                </a:solidFill>
                <a:latin typeface="Helvetica Neue"/>
                <a:ea typeface="Helvetica Neue"/>
                <a:cs typeface="Helvetica Neue"/>
              </a:defRPr>
            </a:lvl6pPr>
            <a:lvl7pPr algn="l">
              <a:defRPr sz="1950" b="0">
                <a:solidFill>
                  <a:srgbClr val="132238"/>
                </a:solidFill>
                <a:latin typeface="Helvetica Neue"/>
                <a:ea typeface="Helvetica Neue"/>
                <a:cs typeface="Helvetica Neue"/>
              </a:defRPr>
            </a:lvl7pPr>
            <a:lvl8pPr algn="l">
              <a:defRPr sz="1950" b="0">
                <a:solidFill>
                  <a:srgbClr val="132238"/>
                </a:solidFill>
                <a:latin typeface="Helvetica Neue"/>
                <a:ea typeface="Helvetica Neue"/>
                <a:cs typeface="Helvetica Neue"/>
              </a:defRPr>
            </a:lvl8pPr>
            <a:lvl9pPr algn="l">
              <a:defRPr sz="1950" b="0">
                <a:solidFill>
                  <a:srgbClr val="132238"/>
                </a:solidFill>
                <a:latin typeface="Helvetica Neue"/>
                <a:ea typeface="Helvetica Neue"/>
                <a:cs typeface="Helvetica Neue"/>
              </a:defRPr>
            </a:lvl9pPr>
          </a:lstStyle>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Обычный вход на сайт</a:t>
            </a:r>
          </a:p>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15 записей реального Moodle</a:t>
            </a:r>
          </a:p>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Вызовы read_assignments / read_schedule</a:t>
            </a:r>
          </a:p>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Trace сохранён в истории чата</a:t>
            </a:r>
          </a:p>
        </p:txBody>
      </p:sp>
      <p:sp>
        <p:nvSpPr>
          <p:cNvPr id="9" name="">
            <a:extLst xmlns:a="http://schemas.openxmlformats.org/drawingml/2006/main">
              <a:ext uri="{FF2B5EF4-FFF2-40B4-BE49-F238E27FC236}">
                <a16:creationId xmlns:a16="http://schemas.microsoft.com/office/drawing/2014/main" id="{621D16F8-81FD-4E58-B2A8-DCC6ED2D8F88}"/>
              </a:ext>
            </a:extLst>
          </p:cNvPr>
          <p:cNvSpPr>
            <a:spLocks xmlns:a="http://schemas.openxmlformats.org/drawingml/2006/main" noGrp="1"/>
          </p:cNvSpPr>
          <p:nvPr/>
        </p:nvSpPr>
        <p:spPr>
          <a:xfrm xmlns:a="http://schemas.openxmlformats.org/drawingml/2006/main">
            <a:off x="6667500" y="2876550"/>
            <a:ext cx="491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056BD"/>
                </a:solidFill>
                <a:latin typeface="Helvetica Neue"/>
                <a:ea typeface="Helvetica Neue"/>
                <a:cs typeface="Helvetica Neue"/>
              </a:defRPr>
            </a:defPPr>
            <a:lvl1pPr algn="l">
              <a:defRPr sz="2250" b="1">
                <a:solidFill>
                  <a:srgbClr val="4056BD"/>
                </a:solidFill>
                <a:latin typeface="Helvetica Neue"/>
                <a:ea typeface="Helvetica Neue"/>
                <a:cs typeface="Helvetica Neue"/>
              </a:defRPr>
            </a:lvl1pPr>
            <a:lvl2pPr algn="l">
              <a:defRPr sz="2250" b="1">
                <a:solidFill>
                  <a:srgbClr val="4056BD"/>
                </a:solidFill>
                <a:latin typeface="Helvetica Neue"/>
                <a:ea typeface="Helvetica Neue"/>
                <a:cs typeface="Helvetica Neue"/>
              </a:defRPr>
            </a:lvl2pPr>
            <a:lvl3pPr algn="l">
              <a:defRPr sz="2250" b="1">
                <a:solidFill>
                  <a:srgbClr val="4056BD"/>
                </a:solidFill>
                <a:latin typeface="Helvetica Neue"/>
                <a:ea typeface="Helvetica Neue"/>
                <a:cs typeface="Helvetica Neue"/>
              </a:defRPr>
            </a:lvl3pPr>
            <a:lvl4pPr algn="l">
              <a:defRPr sz="2250" b="1">
                <a:solidFill>
                  <a:srgbClr val="4056BD"/>
                </a:solidFill>
                <a:latin typeface="Helvetica Neue"/>
                <a:ea typeface="Helvetica Neue"/>
                <a:cs typeface="Helvetica Neue"/>
              </a:defRPr>
            </a:lvl4pPr>
            <a:lvl5pPr algn="l">
              <a:defRPr sz="2250" b="1">
                <a:solidFill>
                  <a:srgbClr val="4056BD"/>
                </a:solidFill>
                <a:latin typeface="Helvetica Neue"/>
                <a:ea typeface="Helvetica Neue"/>
                <a:cs typeface="Helvetica Neue"/>
              </a:defRPr>
            </a:lvl5pPr>
            <a:lvl6pPr algn="l">
              <a:defRPr sz="2250" b="1">
                <a:solidFill>
                  <a:srgbClr val="4056BD"/>
                </a:solidFill>
                <a:latin typeface="Helvetica Neue"/>
                <a:ea typeface="Helvetica Neue"/>
                <a:cs typeface="Helvetica Neue"/>
              </a:defRPr>
            </a:lvl6pPr>
            <a:lvl7pPr algn="l">
              <a:defRPr sz="2250" b="1">
                <a:solidFill>
                  <a:srgbClr val="4056BD"/>
                </a:solidFill>
                <a:latin typeface="Helvetica Neue"/>
                <a:ea typeface="Helvetica Neue"/>
                <a:cs typeface="Helvetica Neue"/>
              </a:defRPr>
            </a:lvl7pPr>
            <a:lvl8pPr algn="l">
              <a:defRPr sz="2250" b="1">
                <a:solidFill>
                  <a:srgbClr val="4056BD"/>
                </a:solidFill>
                <a:latin typeface="Helvetica Neue"/>
                <a:ea typeface="Helvetica Neue"/>
                <a:cs typeface="Helvetica Neue"/>
              </a:defRPr>
            </a:lvl8pPr>
            <a:lvl9pPr algn="l">
              <a:defRPr sz="2250" b="1">
                <a:solidFill>
                  <a:srgbClr val="4056BD"/>
                </a:solidFill>
                <a:latin typeface="Helvetica Neue"/>
                <a:ea typeface="Helvetica Neue"/>
                <a:cs typeface="Helvetica Neue"/>
              </a:defRPr>
            </a:lvl9pPr>
          </a:lstStyle>
          <a:p xmlns:a="http://schemas.openxmlformats.org/drawingml/2006/main">
            <a:pPr algn="l">
              <a:defRPr sz="2250" b="1">
                <a:solidFill>
                  <a:srgbClr val="4056BD"/>
                </a:solidFill>
                <a:latin typeface="Helvetica Neue"/>
                <a:ea typeface="Helvetica Neue"/>
                <a:cs typeface="Helvetica Neue"/>
              </a:defRPr>
            </a:pPr>
            <a:r>
              <a:rPr sz="2250" b="1">
                <a:solidFill>
                  <a:srgbClr val="4056BD"/>
                </a:solidFill>
                <a:latin typeface="Helvetica Neue"/>
                <a:ea typeface="Helvetica Neue"/>
                <a:cs typeface="Helvetica Neue"/>
              </a:rPr>
              <a:t>Новая интегрированная версия</a:t>
            </a:r>
          </a:p>
        </p:txBody>
      </p:sp>
      <p:sp>
        <p:nvSpPr>
          <p:cNvPr id="10" name="">
            <a:extLst xmlns:a="http://schemas.openxmlformats.org/drawingml/2006/main">
              <a:ext uri="{FF2B5EF4-FFF2-40B4-BE49-F238E27FC236}">
                <a16:creationId xmlns:a16="http://schemas.microsoft.com/office/drawing/2014/main" id="{894F9BF1-FE03-48DA-906A-3812C9B79CF1}"/>
              </a:ext>
            </a:extLst>
          </p:cNvPr>
          <p:cNvSpPr>
            <a:spLocks xmlns:a="http://schemas.openxmlformats.org/drawingml/2006/main" noGrp="1"/>
          </p:cNvSpPr>
          <p:nvPr/>
        </p:nvSpPr>
        <p:spPr>
          <a:xfrm xmlns:a="http://schemas.openxmlformats.org/drawingml/2006/main">
            <a:off x="6667500" y="3486150"/>
            <a:ext cx="4914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32238"/>
                </a:solidFill>
                <a:latin typeface="Helvetica Neue"/>
                <a:ea typeface="Helvetica Neue"/>
                <a:cs typeface="Helvetica Neue"/>
              </a:defRPr>
            </a:defPPr>
            <a:lvl1pPr algn="l">
              <a:defRPr sz="1950" b="0">
                <a:solidFill>
                  <a:srgbClr val="132238"/>
                </a:solidFill>
                <a:latin typeface="Helvetica Neue"/>
                <a:ea typeface="Helvetica Neue"/>
                <a:cs typeface="Helvetica Neue"/>
              </a:defRPr>
            </a:lvl1pPr>
            <a:lvl2pPr algn="l">
              <a:defRPr sz="1950" b="0">
                <a:solidFill>
                  <a:srgbClr val="132238"/>
                </a:solidFill>
                <a:latin typeface="Helvetica Neue"/>
                <a:ea typeface="Helvetica Neue"/>
                <a:cs typeface="Helvetica Neue"/>
              </a:defRPr>
            </a:lvl2pPr>
            <a:lvl3pPr algn="l">
              <a:defRPr sz="1950" b="0">
                <a:solidFill>
                  <a:srgbClr val="132238"/>
                </a:solidFill>
                <a:latin typeface="Helvetica Neue"/>
                <a:ea typeface="Helvetica Neue"/>
                <a:cs typeface="Helvetica Neue"/>
              </a:defRPr>
            </a:lvl3pPr>
            <a:lvl4pPr algn="l">
              <a:defRPr sz="1950" b="0">
                <a:solidFill>
                  <a:srgbClr val="132238"/>
                </a:solidFill>
                <a:latin typeface="Helvetica Neue"/>
                <a:ea typeface="Helvetica Neue"/>
                <a:cs typeface="Helvetica Neue"/>
              </a:defRPr>
            </a:lvl4pPr>
            <a:lvl5pPr algn="l">
              <a:defRPr sz="1950" b="0">
                <a:solidFill>
                  <a:srgbClr val="132238"/>
                </a:solidFill>
                <a:latin typeface="Helvetica Neue"/>
                <a:ea typeface="Helvetica Neue"/>
                <a:cs typeface="Helvetica Neue"/>
              </a:defRPr>
            </a:lvl5pPr>
            <a:lvl6pPr algn="l">
              <a:defRPr sz="1950" b="0">
                <a:solidFill>
                  <a:srgbClr val="132238"/>
                </a:solidFill>
                <a:latin typeface="Helvetica Neue"/>
                <a:ea typeface="Helvetica Neue"/>
                <a:cs typeface="Helvetica Neue"/>
              </a:defRPr>
            </a:lvl6pPr>
            <a:lvl7pPr algn="l">
              <a:defRPr sz="1950" b="0">
                <a:solidFill>
                  <a:srgbClr val="132238"/>
                </a:solidFill>
                <a:latin typeface="Helvetica Neue"/>
                <a:ea typeface="Helvetica Neue"/>
                <a:cs typeface="Helvetica Neue"/>
              </a:defRPr>
            </a:lvl7pPr>
            <a:lvl8pPr algn="l">
              <a:defRPr sz="1950" b="0">
                <a:solidFill>
                  <a:srgbClr val="132238"/>
                </a:solidFill>
                <a:latin typeface="Helvetica Neue"/>
                <a:ea typeface="Helvetica Neue"/>
                <a:cs typeface="Helvetica Neue"/>
              </a:defRPr>
            </a:lvl8pPr>
            <a:lvl9pPr algn="l">
              <a:defRPr sz="1950" b="0">
                <a:solidFill>
                  <a:srgbClr val="132238"/>
                </a:solidFill>
                <a:latin typeface="Helvetica Neue"/>
                <a:ea typeface="Helvetica Neue"/>
                <a:cs typeface="Helvetica Neue"/>
              </a:defRPr>
            </a:lvl9pPr>
          </a:lstStyle>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UI и backend объединены локально</a:t>
            </a:r>
          </a:p>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Импорт видимых дней с проверкой</a:t>
            </a:r>
          </a:p>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ConnectedPlans с apply и verify</a:t>
            </a:r>
          </a:p>
          <a:p xmlns:a="http://schemas.openxmlformats.org/drawingml/2006/main">
            <a:pPr algn="l">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Повтор записи без дубликатов</a:t>
            </a:r>
          </a:p>
        </p:txBody>
      </p:sp>
      <p:sp>
        <p:nvSpPr>
          <p:cNvPr id="11" name="">
            <a:extLst xmlns:a="http://schemas.openxmlformats.org/drawingml/2006/main">
              <a:ext uri="{FF2B5EF4-FFF2-40B4-BE49-F238E27FC236}">
                <a16:creationId xmlns:a16="http://schemas.microsoft.com/office/drawing/2014/main" id="{5F3F3863-824D-4629-A919-EE2A6F218EAE}"/>
              </a:ext>
            </a:extLst>
          </p:cNvPr>
          <p:cNvSpPr>
            <a:spLocks xmlns:a="http://schemas.openxmlformats.org/drawingml/2006/main" noGrp="1"/>
          </p:cNvSpPr>
          <p:nvPr/>
        </p:nvSpPr>
        <p:spPr>
          <a:xfrm xmlns:a="http://schemas.openxmlformats.org/drawingml/2006/main">
            <a:off x="609600" y="56578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66A12"/>
                </a:solidFill>
                <a:latin typeface="Helvetica Neue"/>
                <a:ea typeface="Helvetica Neue"/>
                <a:cs typeface="Helvetica Neue"/>
              </a:defRPr>
            </a:defPPr>
            <a:lvl1pPr algn="l">
              <a:defRPr sz="1875" b="1">
                <a:solidFill>
                  <a:srgbClr val="A66A12"/>
                </a:solidFill>
                <a:latin typeface="Helvetica Neue"/>
                <a:ea typeface="Helvetica Neue"/>
                <a:cs typeface="Helvetica Neue"/>
              </a:defRPr>
            </a:lvl1pPr>
            <a:lvl2pPr algn="l">
              <a:defRPr sz="1875" b="1">
                <a:solidFill>
                  <a:srgbClr val="A66A12"/>
                </a:solidFill>
                <a:latin typeface="Helvetica Neue"/>
                <a:ea typeface="Helvetica Neue"/>
                <a:cs typeface="Helvetica Neue"/>
              </a:defRPr>
            </a:lvl2pPr>
            <a:lvl3pPr algn="l">
              <a:defRPr sz="1875" b="1">
                <a:solidFill>
                  <a:srgbClr val="A66A12"/>
                </a:solidFill>
                <a:latin typeface="Helvetica Neue"/>
                <a:ea typeface="Helvetica Neue"/>
                <a:cs typeface="Helvetica Neue"/>
              </a:defRPr>
            </a:lvl3pPr>
            <a:lvl4pPr algn="l">
              <a:defRPr sz="1875" b="1">
                <a:solidFill>
                  <a:srgbClr val="A66A12"/>
                </a:solidFill>
                <a:latin typeface="Helvetica Neue"/>
                <a:ea typeface="Helvetica Neue"/>
                <a:cs typeface="Helvetica Neue"/>
              </a:defRPr>
            </a:lvl4pPr>
            <a:lvl5pPr algn="l">
              <a:defRPr sz="1875" b="1">
                <a:solidFill>
                  <a:srgbClr val="A66A12"/>
                </a:solidFill>
                <a:latin typeface="Helvetica Neue"/>
                <a:ea typeface="Helvetica Neue"/>
                <a:cs typeface="Helvetica Neue"/>
              </a:defRPr>
            </a:lvl5pPr>
            <a:lvl6pPr algn="l">
              <a:defRPr sz="1875" b="1">
                <a:solidFill>
                  <a:srgbClr val="A66A12"/>
                </a:solidFill>
                <a:latin typeface="Helvetica Neue"/>
                <a:ea typeface="Helvetica Neue"/>
                <a:cs typeface="Helvetica Neue"/>
              </a:defRPr>
            </a:lvl6pPr>
            <a:lvl7pPr algn="l">
              <a:defRPr sz="1875" b="1">
                <a:solidFill>
                  <a:srgbClr val="A66A12"/>
                </a:solidFill>
                <a:latin typeface="Helvetica Neue"/>
                <a:ea typeface="Helvetica Neue"/>
                <a:cs typeface="Helvetica Neue"/>
              </a:defRPr>
            </a:lvl7pPr>
            <a:lvl8pPr algn="l">
              <a:defRPr sz="1875" b="1">
                <a:solidFill>
                  <a:srgbClr val="A66A12"/>
                </a:solidFill>
                <a:latin typeface="Helvetica Neue"/>
                <a:ea typeface="Helvetica Neue"/>
                <a:cs typeface="Helvetica Neue"/>
              </a:defRPr>
            </a:lvl8pPr>
            <a:lvl9pPr algn="l">
              <a:defRPr sz="1875" b="1">
                <a:solidFill>
                  <a:srgbClr val="A66A12"/>
                </a:solidFill>
                <a:latin typeface="Helvetica Neue"/>
                <a:ea typeface="Helvetica Neue"/>
                <a:cs typeface="Helvetica Neue"/>
              </a:defRPr>
            </a:lvl9pPr>
          </a:lstStyle>
          <a:p xmlns:a="http://schemas.openxmlformats.org/drawingml/2006/main">
            <a:pPr algn="l">
              <a:defRPr sz="1875" b="1">
                <a:solidFill>
                  <a:srgbClr val="A66A12"/>
                </a:solidFill>
                <a:latin typeface="Helvetica Neue"/>
                <a:ea typeface="Helvetica Neue"/>
                <a:cs typeface="Helvetica Neue"/>
              </a:defRPr>
            </a:pPr>
            <a:r>
              <a:rPr sz="1875" b="1">
                <a:solidFill>
                  <a:srgbClr val="A66A12"/>
                </a:solidFill>
                <a:latin typeface="Helvetica Neue"/>
                <a:ea typeface="Helvetica Neue"/>
                <a:cs typeface="Helvetica Neue"/>
              </a:rPr>
              <a:t>Облачная приёмка новой записи Calendar и распознавания ещё не завершена.</a:t>
            </a:r>
          </a:p>
        </p:txBody>
      </p:sp>
    </p:spTree>
    <p:extLst>
      <p:ext uri="{BB962C8B-B14F-4D97-AF65-F5344CB8AC3E}">
        <p14:creationId xmlns:p14="http://schemas.microsoft.com/office/powerpoint/2010/main" val="1851296875"/>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8A646B-D4DC-4447-97B2-4F1C3F76A66E}"/>
              </a:ext>
            </a:extLst>
          </p:cNvPr>
          <p:cNvSpPr>
            <a:spLocks xmlns:a="http://schemas.openxmlformats.org/drawingml/2006/main" noGrp="1"/>
          </p:cNvSpPr>
          <p:nvPr/>
        </p:nvSpPr>
        <p:spPr>
          <a:xfrm xmlns:a="http://schemas.openxmlformats.org/drawingml/2006/main">
            <a:off x="609600" y="342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4056BD"/>
                </a:solidFill>
                <a:latin typeface="Helvetica Neue"/>
                <a:ea typeface="Helvetica Neue"/>
                <a:cs typeface="Helvetica Neue"/>
              </a:defRPr>
            </a:defPPr>
            <a:lvl1pPr algn="l">
              <a:defRPr sz="1650" b="1">
                <a:solidFill>
                  <a:srgbClr val="4056BD"/>
                </a:solidFill>
                <a:latin typeface="Helvetica Neue"/>
                <a:ea typeface="Helvetica Neue"/>
                <a:cs typeface="Helvetica Neue"/>
              </a:defRPr>
            </a:lvl1pPr>
            <a:lvl2pPr algn="l">
              <a:defRPr sz="1650" b="1">
                <a:solidFill>
                  <a:srgbClr val="4056BD"/>
                </a:solidFill>
                <a:latin typeface="Helvetica Neue"/>
                <a:ea typeface="Helvetica Neue"/>
                <a:cs typeface="Helvetica Neue"/>
              </a:defRPr>
            </a:lvl2pPr>
            <a:lvl3pPr algn="l">
              <a:defRPr sz="1650" b="1">
                <a:solidFill>
                  <a:srgbClr val="4056BD"/>
                </a:solidFill>
                <a:latin typeface="Helvetica Neue"/>
                <a:ea typeface="Helvetica Neue"/>
                <a:cs typeface="Helvetica Neue"/>
              </a:defRPr>
            </a:lvl3pPr>
            <a:lvl4pPr algn="l">
              <a:defRPr sz="1650" b="1">
                <a:solidFill>
                  <a:srgbClr val="4056BD"/>
                </a:solidFill>
                <a:latin typeface="Helvetica Neue"/>
                <a:ea typeface="Helvetica Neue"/>
                <a:cs typeface="Helvetica Neue"/>
              </a:defRPr>
            </a:lvl4pPr>
            <a:lvl5pPr algn="l">
              <a:defRPr sz="1650" b="1">
                <a:solidFill>
                  <a:srgbClr val="4056BD"/>
                </a:solidFill>
                <a:latin typeface="Helvetica Neue"/>
                <a:ea typeface="Helvetica Neue"/>
                <a:cs typeface="Helvetica Neue"/>
              </a:defRPr>
            </a:lvl5pPr>
            <a:lvl6pPr algn="l">
              <a:defRPr sz="1650" b="1">
                <a:solidFill>
                  <a:srgbClr val="4056BD"/>
                </a:solidFill>
                <a:latin typeface="Helvetica Neue"/>
                <a:ea typeface="Helvetica Neue"/>
                <a:cs typeface="Helvetica Neue"/>
              </a:defRPr>
            </a:lvl6pPr>
            <a:lvl7pPr algn="l">
              <a:defRPr sz="1650" b="1">
                <a:solidFill>
                  <a:srgbClr val="4056BD"/>
                </a:solidFill>
                <a:latin typeface="Helvetica Neue"/>
                <a:ea typeface="Helvetica Neue"/>
                <a:cs typeface="Helvetica Neue"/>
              </a:defRPr>
            </a:lvl7pPr>
            <a:lvl8pPr algn="l">
              <a:defRPr sz="1650" b="1">
                <a:solidFill>
                  <a:srgbClr val="4056BD"/>
                </a:solidFill>
                <a:latin typeface="Helvetica Neue"/>
                <a:ea typeface="Helvetica Neue"/>
                <a:cs typeface="Helvetica Neue"/>
              </a:defRPr>
            </a:lvl8pPr>
            <a:lvl9pPr algn="l">
              <a:defRPr sz="1650" b="1">
                <a:solidFill>
                  <a:srgbClr val="4056BD"/>
                </a:solidFill>
                <a:latin typeface="Helvetica Neue"/>
                <a:ea typeface="Helvetica Neue"/>
                <a:cs typeface="Helvetica Neue"/>
              </a:defRPr>
            </a:lvl9pPr>
          </a:lstStyle>
          <a:p xmlns:a="http://schemas.openxmlformats.org/drawingml/2006/main">
            <a:pPr algn="l">
              <a:defRPr sz="1650" b="1">
                <a:solidFill>
                  <a:srgbClr val="4056BD"/>
                </a:solidFill>
                <a:latin typeface="Helvetica Neue"/>
                <a:ea typeface="Helvetica Neue"/>
                <a:cs typeface="Helvetica Neue"/>
              </a:defRPr>
            </a:pPr>
            <a:r>
              <a:rPr sz="1650" b="1">
                <a:solidFill>
                  <a:srgbClr val="4056BD"/>
                </a:solidFill>
                <a:latin typeface="Helvetica Neue"/>
                <a:ea typeface="Helvetica Neue"/>
                <a:cs typeface="Helvetica Neue"/>
              </a:rPr>
              <a:t>CampusPulse AI</a:t>
            </a:r>
          </a:p>
        </p:txBody>
      </p:sp>
      <p:sp>
        <p:nvSpPr>
          <p:cNvPr id="2" name="">
            <a:extLst xmlns:a="http://schemas.openxmlformats.org/drawingml/2006/main">
              <a:ext uri="{FF2B5EF4-FFF2-40B4-BE49-F238E27FC236}">
                <a16:creationId xmlns:a16="http://schemas.microsoft.com/office/drawing/2014/main" id="{B51857EE-E958-40CA-8EE9-CD394F14157D}"/>
              </a:ext>
            </a:extLst>
          </p:cNvPr>
          <p:cNvSpPr>
            <a:spLocks xmlns:a="http://schemas.openxmlformats.org/drawingml/2006/main" noGrp="1"/>
          </p:cNvSpPr>
          <p:nvPr/>
        </p:nvSpPr>
        <p:spPr>
          <a:xfrm xmlns:a="http://schemas.openxmlformats.org/drawingml/2006/main">
            <a:off x="10820400" y="3429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86778"/>
                </a:solidFill>
                <a:latin typeface="Helvetica Neue"/>
                <a:ea typeface="Helvetica Neue"/>
                <a:cs typeface="Helvetica Neue"/>
              </a:defRPr>
            </a:defPPr>
            <a:lvl1pPr algn="r">
              <a:defRPr sz="1500" b="0">
                <a:solidFill>
                  <a:srgbClr val="586778"/>
                </a:solidFill>
                <a:latin typeface="Helvetica Neue"/>
                <a:ea typeface="Helvetica Neue"/>
                <a:cs typeface="Helvetica Neue"/>
              </a:defRPr>
            </a:lvl1pPr>
            <a:lvl2pPr algn="r">
              <a:defRPr sz="1500" b="0">
                <a:solidFill>
                  <a:srgbClr val="586778"/>
                </a:solidFill>
                <a:latin typeface="Helvetica Neue"/>
                <a:ea typeface="Helvetica Neue"/>
                <a:cs typeface="Helvetica Neue"/>
              </a:defRPr>
            </a:lvl2pPr>
            <a:lvl3pPr algn="r">
              <a:defRPr sz="1500" b="0">
                <a:solidFill>
                  <a:srgbClr val="586778"/>
                </a:solidFill>
                <a:latin typeface="Helvetica Neue"/>
                <a:ea typeface="Helvetica Neue"/>
                <a:cs typeface="Helvetica Neue"/>
              </a:defRPr>
            </a:lvl3pPr>
            <a:lvl4pPr algn="r">
              <a:defRPr sz="1500" b="0">
                <a:solidFill>
                  <a:srgbClr val="586778"/>
                </a:solidFill>
                <a:latin typeface="Helvetica Neue"/>
                <a:ea typeface="Helvetica Neue"/>
                <a:cs typeface="Helvetica Neue"/>
              </a:defRPr>
            </a:lvl4pPr>
            <a:lvl5pPr algn="r">
              <a:defRPr sz="1500" b="0">
                <a:solidFill>
                  <a:srgbClr val="586778"/>
                </a:solidFill>
                <a:latin typeface="Helvetica Neue"/>
                <a:ea typeface="Helvetica Neue"/>
                <a:cs typeface="Helvetica Neue"/>
              </a:defRPr>
            </a:lvl5pPr>
            <a:lvl6pPr algn="r">
              <a:defRPr sz="1500" b="0">
                <a:solidFill>
                  <a:srgbClr val="586778"/>
                </a:solidFill>
                <a:latin typeface="Helvetica Neue"/>
                <a:ea typeface="Helvetica Neue"/>
                <a:cs typeface="Helvetica Neue"/>
              </a:defRPr>
            </a:lvl6pPr>
            <a:lvl7pPr algn="r">
              <a:defRPr sz="1500" b="0">
                <a:solidFill>
                  <a:srgbClr val="586778"/>
                </a:solidFill>
                <a:latin typeface="Helvetica Neue"/>
                <a:ea typeface="Helvetica Neue"/>
                <a:cs typeface="Helvetica Neue"/>
              </a:defRPr>
            </a:lvl7pPr>
            <a:lvl8pPr algn="r">
              <a:defRPr sz="1500" b="0">
                <a:solidFill>
                  <a:srgbClr val="586778"/>
                </a:solidFill>
                <a:latin typeface="Helvetica Neue"/>
                <a:ea typeface="Helvetica Neue"/>
                <a:cs typeface="Helvetica Neue"/>
              </a:defRPr>
            </a:lvl8pPr>
            <a:lvl9pPr algn="r">
              <a:defRPr sz="1500" b="0">
                <a:solidFill>
                  <a:srgbClr val="586778"/>
                </a:solidFill>
                <a:latin typeface="Helvetica Neue"/>
                <a:ea typeface="Helvetica Neue"/>
                <a:cs typeface="Helvetica Neue"/>
              </a:defRPr>
            </a:lvl9pPr>
          </a:lstStyle>
          <a:p xmlns:a="http://schemas.openxmlformats.org/drawingml/2006/main">
            <a:pPr algn="r">
              <a:defRPr sz="1500" b="0">
                <a:solidFill>
                  <a:srgbClr val="586778"/>
                </a:solidFill>
                <a:latin typeface="Helvetica Neue"/>
                <a:ea typeface="Helvetica Neue"/>
                <a:cs typeface="Helvetica Neue"/>
              </a:defRPr>
            </a:pPr>
            <a:r>
              <a:rPr sz="1500" b="0">
                <a:solidFill>
                  <a:srgbClr val="586778"/>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D6B906A5-ADD3-4575-98AD-9950E2C0CDC3}"/>
              </a:ext>
            </a:extLst>
          </p:cNvPr>
          <p:cNvSpPr>
            <a:spLocks xmlns:a="http://schemas.openxmlformats.org/drawingml/2006/main" noGrp="1"/>
          </p:cNvSpPr>
          <p:nvPr/>
        </p:nvSpPr>
        <p:spPr>
          <a:xfrm xmlns:a="http://schemas.openxmlformats.org/drawingml/2006/main">
            <a:off x="609600" y="9525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238"/>
                </a:solidFill>
                <a:latin typeface="Helvetica Neue"/>
                <a:ea typeface="Helvetica Neue"/>
                <a:cs typeface="Helvetica Neue"/>
              </a:defRPr>
            </a:defPPr>
            <a:lvl1pPr algn="l">
              <a:defRPr sz="3450" b="1">
                <a:solidFill>
                  <a:srgbClr val="132238"/>
                </a:solidFill>
                <a:latin typeface="Helvetica Neue"/>
                <a:ea typeface="Helvetica Neue"/>
                <a:cs typeface="Helvetica Neue"/>
              </a:defRPr>
            </a:lvl1pPr>
            <a:lvl2pPr algn="l">
              <a:defRPr sz="3450" b="1">
                <a:solidFill>
                  <a:srgbClr val="132238"/>
                </a:solidFill>
                <a:latin typeface="Helvetica Neue"/>
                <a:ea typeface="Helvetica Neue"/>
                <a:cs typeface="Helvetica Neue"/>
              </a:defRPr>
            </a:lvl2pPr>
            <a:lvl3pPr algn="l">
              <a:defRPr sz="3450" b="1">
                <a:solidFill>
                  <a:srgbClr val="132238"/>
                </a:solidFill>
                <a:latin typeface="Helvetica Neue"/>
                <a:ea typeface="Helvetica Neue"/>
                <a:cs typeface="Helvetica Neue"/>
              </a:defRPr>
            </a:lvl3pPr>
            <a:lvl4pPr algn="l">
              <a:defRPr sz="3450" b="1">
                <a:solidFill>
                  <a:srgbClr val="132238"/>
                </a:solidFill>
                <a:latin typeface="Helvetica Neue"/>
                <a:ea typeface="Helvetica Neue"/>
                <a:cs typeface="Helvetica Neue"/>
              </a:defRPr>
            </a:lvl4pPr>
            <a:lvl5pPr algn="l">
              <a:defRPr sz="3450" b="1">
                <a:solidFill>
                  <a:srgbClr val="132238"/>
                </a:solidFill>
                <a:latin typeface="Helvetica Neue"/>
                <a:ea typeface="Helvetica Neue"/>
                <a:cs typeface="Helvetica Neue"/>
              </a:defRPr>
            </a:lvl5pPr>
            <a:lvl6pPr algn="l">
              <a:defRPr sz="3450" b="1">
                <a:solidFill>
                  <a:srgbClr val="132238"/>
                </a:solidFill>
                <a:latin typeface="Helvetica Neue"/>
                <a:ea typeface="Helvetica Neue"/>
                <a:cs typeface="Helvetica Neue"/>
              </a:defRPr>
            </a:lvl6pPr>
            <a:lvl7pPr algn="l">
              <a:defRPr sz="3450" b="1">
                <a:solidFill>
                  <a:srgbClr val="132238"/>
                </a:solidFill>
                <a:latin typeface="Helvetica Neue"/>
                <a:ea typeface="Helvetica Neue"/>
                <a:cs typeface="Helvetica Neue"/>
              </a:defRPr>
            </a:lvl7pPr>
            <a:lvl8pPr algn="l">
              <a:defRPr sz="3450" b="1">
                <a:solidFill>
                  <a:srgbClr val="132238"/>
                </a:solidFill>
                <a:latin typeface="Helvetica Neue"/>
                <a:ea typeface="Helvetica Neue"/>
                <a:cs typeface="Helvetica Neue"/>
              </a:defRPr>
            </a:lvl8pPr>
            <a:lvl9pPr algn="l">
              <a:defRPr sz="3450" b="1">
                <a:solidFill>
                  <a:srgbClr val="132238"/>
                </a:solidFill>
                <a:latin typeface="Helvetica Neue"/>
                <a:ea typeface="Helvetica Neue"/>
                <a:cs typeface="Helvetica Neue"/>
              </a:defRPr>
            </a:lvl9pPr>
          </a:lstStyle>
          <a:p xmlns:a="http://schemas.openxmlformats.org/drawingml/2006/main">
            <a:pPr algn="l">
              <a:defRPr sz="3450" b="1">
                <a:solidFill>
                  <a:srgbClr val="132238"/>
                </a:solidFill>
                <a:latin typeface="Helvetica Neue"/>
                <a:ea typeface="Helvetica Neue"/>
                <a:cs typeface="Helvetica Neue"/>
              </a:defRPr>
            </a:pPr>
            <a:r>
              <a:rPr sz="3450" b="1">
                <a:solidFill>
                  <a:srgbClr val="132238"/>
                </a:solidFill>
                <a:latin typeface="Helvetica Neue"/>
                <a:ea typeface="Helvetica Neue"/>
                <a:cs typeface="Helvetica Neue"/>
              </a:rPr>
              <a:t>Локальная проверка и следующий шаг</a:t>
            </a:r>
          </a:p>
        </p:txBody>
      </p:sp>
      <p:sp>
        <p:nvSpPr>
          <p:cNvPr id="4" name="">
            <a:extLst xmlns:a="http://schemas.openxmlformats.org/drawingml/2006/main">
              <a:ext uri="{FF2B5EF4-FFF2-40B4-BE49-F238E27FC236}">
                <a16:creationId xmlns:a16="http://schemas.microsoft.com/office/drawing/2014/main" id="{996F3ADA-54EA-4E05-9B44-E406FC788D24}"/>
              </a:ext>
            </a:extLst>
          </p:cNvPr>
          <p:cNvSpPr>
            <a:spLocks xmlns:a="http://schemas.openxmlformats.org/drawingml/2006/main" noGrp="1"/>
          </p:cNvSpPr>
          <p:nvPr/>
        </p:nvSpPr>
        <p:spPr>
          <a:xfrm xmlns:a="http://schemas.openxmlformats.org/drawingml/2006/main">
            <a:off x="609600" y="2038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22 октября 2026: локальные тесты, браузер и один реальный OCR-пример</a:t>
            </a:r>
          </a:p>
        </p:txBody>
      </p:sp>
      <p:sp>
        <p:nvSpPr>
          <p:cNvPr id="5" name="">
            <a:extLst xmlns:a="http://schemas.openxmlformats.org/drawingml/2006/main">
              <a:ext uri="{FF2B5EF4-FFF2-40B4-BE49-F238E27FC236}">
                <a16:creationId xmlns:a16="http://schemas.microsoft.com/office/drawing/2014/main" id="{755FCA3C-9E98-4832-8B98-A5EB0D827380}"/>
              </a:ext>
            </a:extLst>
          </p:cNvPr>
          <p:cNvSpPr>
            <a:spLocks xmlns:a="http://schemas.openxmlformats.org/drawingml/2006/main" noGrp="1"/>
          </p:cNvSpPr>
          <p:nvPr/>
        </p:nvSpPr>
        <p:spPr>
          <a:xfrm xmlns:a="http://schemas.openxmlformats.org/drawingml/2006/main">
            <a:off x="609600" y="6305550"/>
            <a:ext cx="10972800" cy="0"/>
          </a:xfrm>
          <a:prstGeom xmlns:a="http://schemas.openxmlformats.org/drawingml/2006/main" prst="line">
            <a:avLst/>
          </a:prstGeom>
          <a:noFill xmlns:a="http://schemas.openxmlformats.org/drawingml/2006/main"/>
          <a:ln xmlns:a="http://schemas.openxmlformats.org/drawingml/2006/main" w="9525">
            <a:solidFill>
              <a:srgbClr val="CED7DC"/>
            </a:solidFill>
          </a:ln>
        </p:spPr>
      </p:sp>
      <p:sp>
        <p:nvSpPr>
          <p:cNvPr id="6" name="">
            <a:extLst xmlns:a="http://schemas.openxmlformats.org/drawingml/2006/main">
              <a:ext uri="{FF2B5EF4-FFF2-40B4-BE49-F238E27FC236}">
                <a16:creationId xmlns:a16="http://schemas.microsoft.com/office/drawing/2014/main" id="{8A9F01EC-EBFE-4D8E-8A70-5FB462CF1847}"/>
              </a:ext>
            </a:extLst>
          </p:cNvPr>
          <p:cNvSpPr>
            <a:spLocks xmlns:a="http://schemas.openxmlformats.org/drawingml/2006/main" noGrp="1"/>
          </p:cNvSpPr>
          <p:nvPr/>
        </p:nvSpPr>
        <p:spPr>
          <a:xfrm xmlns:a="http://schemas.openxmlformats.org/drawingml/2006/main">
            <a:off x="609600" y="64293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86778"/>
                </a:solidFill>
                <a:latin typeface="Helvetica Neue"/>
                <a:ea typeface="Helvetica Neue"/>
                <a:cs typeface="Helvetica Neue"/>
              </a:defRPr>
            </a:defPPr>
            <a:lvl1pPr algn="l">
              <a:defRPr sz="1275" b="0">
                <a:solidFill>
                  <a:srgbClr val="586778"/>
                </a:solidFill>
                <a:latin typeface="Helvetica Neue"/>
                <a:ea typeface="Helvetica Neue"/>
                <a:cs typeface="Helvetica Neue"/>
              </a:defRPr>
            </a:lvl1pPr>
            <a:lvl2pPr algn="l">
              <a:defRPr sz="1275" b="0">
                <a:solidFill>
                  <a:srgbClr val="586778"/>
                </a:solidFill>
                <a:latin typeface="Helvetica Neue"/>
                <a:ea typeface="Helvetica Neue"/>
                <a:cs typeface="Helvetica Neue"/>
              </a:defRPr>
            </a:lvl2pPr>
            <a:lvl3pPr algn="l">
              <a:defRPr sz="1275" b="0">
                <a:solidFill>
                  <a:srgbClr val="586778"/>
                </a:solidFill>
                <a:latin typeface="Helvetica Neue"/>
                <a:ea typeface="Helvetica Neue"/>
                <a:cs typeface="Helvetica Neue"/>
              </a:defRPr>
            </a:lvl3pPr>
            <a:lvl4pPr algn="l">
              <a:defRPr sz="1275" b="0">
                <a:solidFill>
                  <a:srgbClr val="586778"/>
                </a:solidFill>
                <a:latin typeface="Helvetica Neue"/>
                <a:ea typeface="Helvetica Neue"/>
                <a:cs typeface="Helvetica Neue"/>
              </a:defRPr>
            </a:lvl4pPr>
            <a:lvl5pPr algn="l">
              <a:defRPr sz="1275" b="0">
                <a:solidFill>
                  <a:srgbClr val="586778"/>
                </a:solidFill>
                <a:latin typeface="Helvetica Neue"/>
                <a:ea typeface="Helvetica Neue"/>
                <a:cs typeface="Helvetica Neue"/>
              </a:defRPr>
            </a:lvl5pPr>
            <a:lvl6pPr algn="l">
              <a:defRPr sz="1275" b="0">
                <a:solidFill>
                  <a:srgbClr val="586778"/>
                </a:solidFill>
                <a:latin typeface="Helvetica Neue"/>
                <a:ea typeface="Helvetica Neue"/>
                <a:cs typeface="Helvetica Neue"/>
              </a:defRPr>
            </a:lvl6pPr>
            <a:lvl7pPr algn="l">
              <a:defRPr sz="1275" b="0">
                <a:solidFill>
                  <a:srgbClr val="586778"/>
                </a:solidFill>
                <a:latin typeface="Helvetica Neue"/>
                <a:ea typeface="Helvetica Neue"/>
                <a:cs typeface="Helvetica Neue"/>
              </a:defRPr>
            </a:lvl7pPr>
            <a:lvl8pPr algn="l">
              <a:defRPr sz="1275" b="0">
                <a:solidFill>
                  <a:srgbClr val="586778"/>
                </a:solidFill>
                <a:latin typeface="Helvetica Neue"/>
                <a:ea typeface="Helvetica Neue"/>
                <a:cs typeface="Helvetica Neue"/>
              </a:defRPr>
            </a:lvl8pPr>
            <a:lvl9pPr algn="l">
              <a:defRPr sz="1275" b="0">
                <a:solidFill>
                  <a:srgbClr val="586778"/>
                </a:solidFill>
                <a:latin typeface="Helvetica Neue"/>
                <a:ea typeface="Helvetica Neue"/>
                <a:cs typeface="Helvetica Neue"/>
              </a:defRPr>
            </a:lvl9pPr>
          </a:lstStyle>
          <a:p xmlns:a="http://schemas.openxmlformats.org/drawingml/2006/main">
            <a:pPr algn="l">
              <a:defRPr sz="1275" b="0">
                <a:solidFill>
                  <a:srgbClr val="586778"/>
                </a:solidFill>
                <a:latin typeface="Helvetica Neue"/>
                <a:ea typeface="Helvetica Neue"/>
                <a:cs typeface="Helvetica Neue"/>
              </a:defRPr>
            </a:pPr>
            <a:r>
              <a:rPr sz="1275" b="0">
                <a:solidFill>
                  <a:srgbClr val="586778"/>
                </a:solidFill>
                <a:latin typeface="Helvetica Neue"/>
                <a:ea typeface="Helvetica Neue"/>
                <a:cs typeface="Helvetica Neue"/>
              </a:rPr>
              <a:t>Защита проекта, 22 октября 2026</a:t>
            </a:r>
          </a:p>
        </p:txBody>
      </p:sp>
      <p:sp>
        <p:nvSpPr>
          <p:cNvPr id="7" name="">
            <a:extLst xmlns:a="http://schemas.openxmlformats.org/drawingml/2006/main">
              <a:ext uri="{FF2B5EF4-FFF2-40B4-BE49-F238E27FC236}">
                <a16:creationId xmlns:a16="http://schemas.microsoft.com/office/drawing/2014/main" id="{A0087F0D-CF6A-4E3B-A1ED-1AF6C561A450}"/>
              </a:ext>
            </a:extLst>
          </p:cNvPr>
          <p:cNvSpPr>
            <a:spLocks xmlns:a="http://schemas.openxmlformats.org/drawingml/2006/main" noGrp="1"/>
          </p:cNvSpPr>
          <p:nvPr/>
        </p:nvSpPr>
        <p:spPr>
          <a:xfrm xmlns:a="http://schemas.openxmlformats.org/drawingml/2006/main">
            <a:off x="609600" y="28765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4056BD"/>
                </a:solidFill>
                <a:latin typeface="Helvetica Neue"/>
                <a:ea typeface="Helvetica Neue"/>
                <a:cs typeface="Helvetica Neue"/>
              </a:defRPr>
            </a:defPPr>
            <a:lvl1pPr algn="l">
              <a:defRPr sz="4800" b="1">
                <a:solidFill>
                  <a:srgbClr val="4056BD"/>
                </a:solidFill>
                <a:latin typeface="Helvetica Neue"/>
                <a:ea typeface="Helvetica Neue"/>
                <a:cs typeface="Helvetica Neue"/>
              </a:defRPr>
            </a:lvl1pPr>
            <a:lvl2pPr algn="l">
              <a:defRPr sz="4800" b="1">
                <a:solidFill>
                  <a:srgbClr val="4056BD"/>
                </a:solidFill>
                <a:latin typeface="Helvetica Neue"/>
                <a:ea typeface="Helvetica Neue"/>
                <a:cs typeface="Helvetica Neue"/>
              </a:defRPr>
            </a:lvl2pPr>
            <a:lvl3pPr algn="l">
              <a:defRPr sz="4800" b="1">
                <a:solidFill>
                  <a:srgbClr val="4056BD"/>
                </a:solidFill>
                <a:latin typeface="Helvetica Neue"/>
                <a:ea typeface="Helvetica Neue"/>
                <a:cs typeface="Helvetica Neue"/>
              </a:defRPr>
            </a:lvl3pPr>
            <a:lvl4pPr algn="l">
              <a:defRPr sz="4800" b="1">
                <a:solidFill>
                  <a:srgbClr val="4056BD"/>
                </a:solidFill>
                <a:latin typeface="Helvetica Neue"/>
                <a:ea typeface="Helvetica Neue"/>
                <a:cs typeface="Helvetica Neue"/>
              </a:defRPr>
            </a:lvl4pPr>
            <a:lvl5pPr algn="l">
              <a:defRPr sz="4800" b="1">
                <a:solidFill>
                  <a:srgbClr val="4056BD"/>
                </a:solidFill>
                <a:latin typeface="Helvetica Neue"/>
                <a:ea typeface="Helvetica Neue"/>
                <a:cs typeface="Helvetica Neue"/>
              </a:defRPr>
            </a:lvl5pPr>
            <a:lvl6pPr algn="l">
              <a:defRPr sz="4800" b="1">
                <a:solidFill>
                  <a:srgbClr val="4056BD"/>
                </a:solidFill>
                <a:latin typeface="Helvetica Neue"/>
                <a:ea typeface="Helvetica Neue"/>
                <a:cs typeface="Helvetica Neue"/>
              </a:defRPr>
            </a:lvl6pPr>
            <a:lvl7pPr algn="l">
              <a:defRPr sz="4800" b="1">
                <a:solidFill>
                  <a:srgbClr val="4056BD"/>
                </a:solidFill>
                <a:latin typeface="Helvetica Neue"/>
                <a:ea typeface="Helvetica Neue"/>
                <a:cs typeface="Helvetica Neue"/>
              </a:defRPr>
            </a:lvl7pPr>
            <a:lvl8pPr algn="l">
              <a:defRPr sz="4800" b="1">
                <a:solidFill>
                  <a:srgbClr val="4056BD"/>
                </a:solidFill>
                <a:latin typeface="Helvetica Neue"/>
                <a:ea typeface="Helvetica Neue"/>
                <a:cs typeface="Helvetica Neue"/>
              </a:defRPr>
            </a:lvl8pPr>
            <a:lvl9pPr algn="l">
              <a:defRPr sz="4800" b="1">
                <a:solidFill>
                  <a:srgbClr val="4056BD"/>
                </a:solidFill>
                <a:latin typeface="Helvetica Neue"/>
                <a:ea typeface="Helvetica Neue"/>
                <a:cs typeface="Helvetica Neue"/>
              </a:defRPr>
            </a:lvl9pPr>
          </a:lstStyle>
          <a:p xmlns:a="http://schemas.openxmlformats.org/drawingml/2006/main">
            <a:pPr algn="l">
              <a:defRPr sz="4800" b="1">
                <a:solidFill>
                  <a:srgbClr val="4056BD"/>
                </a:solidFill>
                <a:latin typeface="Helvetica Neue"/>
                <a:ea typeface="Helvetica Neue"/>
                <a:cs typeface="Helvetica Neue"/>
              </a:defRPr>
            </a:pPr>
            <a:r>
              <a:rPr sz="4800" b="1">
                <a:solidFill>
                  <a:srgbClr val="4056BD"/>
                </a:solidFill>
                <a:latin typeface="Helvetica Neue"/>
                <a:ea typeface="Helvetica Neue"/>
                <a:cs typeface="Helvetica Neue"/>
              </a:rPr>
              <a:t>2472</a:t>
            </a:r>
          </a:p>
        </p:txBody>
      </p:sp>
      <p:sp>
        <p:nvSpPr>
          <p:cNvPr id="8" name="">
            <a:extLst xmlns:a="http://schemas.openxmlformats.org/drawingml/2006/main">
              <a:ext uri="{FF2B5EF4-FFF2-40B4-BE49-F238E27FC236}">
                <a16:creationId xmlns:a16="http://schemas.microsoft.com/office/drawing/2014/main" id="{DA8A937C-B735-4D19-B9A5-9B8D6846DA97}"/>
              </a:ext>
            </a:extLst>
          </p:cNvPr>
          <p:cNvSpPr>
            <a:spLocks xmlns:a="http://schemas.openxmlformats.org/drawingml/2006/main" noGrp="1"/>
          </p:cNvSpPr>
          <p:nvPr/>
        </p:nvSpPr>
        <p:spPr>
          <a:xfrm xmlns:a="http://schemas.openxmlformats.org/drawingml/2006/main">
            <a:off x="609600" y="37623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32238"/>
                </a:solidFill>
                <a:latin typeface="Helvetica Neue"/>
                <a:ea typeface="Helvetica Neue"/>
                <a:cs typeface="Helvetica Neue"/>
              </a:defRPr>
            </a:defPPr>
            <a:lvl1pPr algn="l">
              <a:defRPr sz="1875" b="0">
                <a:solidFill>
                  <a:srgbClr val="132238"/>
                </a:solidFill>
                <a:latin typeface="Helvetica Neue"/>
                <a:ea typeface="Helvetica Neue"/>
                <a:cs typeface="Helvetica Neue"/>
              </a:defRPr>
            </a:lvl1pPr>
            <a:lvl2pPr algn="l">
              <a:defRPr sz="1875" b="0">
                <a:solidFill>
                  <a:srgbClr val="132238"/>
                </a:solidFill>
                <a:latin typeface="Helvetica Neue"/>
                <a:ea typeface="Helvetica Neue"/>
                <a:cs typeface="Helvetica Neue"/>
              </a:defRPr>
            </a:lvl2pPr>
            <a:lvl3pPr algn="l">
              <a:defRPr sz="1875" b="0">
                <a:solidFill>
                  <a:srgbClr val="132238"/>
                </a:solidFill>
                <a:latin typeface="Helvetica Neue"/>
                <a:ea typeface="Helvetica Neue"/>
                <a:cs typeface="Helvetica Neue"/>
              </a:defRPr>
            </a:lvl3pPr>
            <a:lvl4pPr algn="l">
              <a:defRPr sz="1875" b="0">
                <a:solidFill>
                  <a:srgbClr val="132238"/>
                </a:solidFill>
                <a:latin typeface="Helvetica Neue"/>
                <a:ea typeface="Helvetica Neue"/>
                <a:cs typeface="Helvetica Neue"/>
              </a:defRPr>
            </a:lvl4pPr>
            <a:lvl5pPr algn="l">
              <a:defRPr sz="1875" b="0">
                <a:solidFill>
                  <a:srgbClr val="132238"/>
                </a:solidFill>
                <a:latin typeface="Helvetica Neue"/>
                <a:ea typeface="Helvetica Neue"/>
                <a:cs typeface="Helvetica Neue"/>
              </a:defRPr>
            </a:lvl5pPr>
            <a:lvl6pPr algn="l">
              <a:defRPr sz="1875" b="0">
                <a:solidFill>
                  <a:srgbClr val="132238"/>
                </a:solidFill>
                <a:latin typeface="Helvetica Neue"/>
                <a:ea typeface="Helvetica Neue"/>
                <a:cs typeface="Helvetica Neue"/>
              </a:defRPr>
            </a:lvl6pPr>
            <a:lvl7pPr algn="l">
              <a:defRPr sz="1875" b="0">
                <a:solidFill>
                  <a:srgbClr val="132238"/>
                </a:solidFill>
                <a:latin typeface="Helvetica Neue"/>
                <a:ea typeface="Helvetica Neue"/>
                <a:cs typeface="Helvetica Neue"/>
              </a:defRPr>
            </a:lvl7pPr>
            <a:lvl8pPr algn="l">
              <a:defRPr sz="1875" b="0">
                <a:solidFill>
                  <a:srgbClr val="132238"/>
                </a:solidFill>
                <a:latin typeface="Helvetica Neue"/>
                <a:ea typeface="Helvetica Neue"/>
                <a:cs typeface="Helvetica Neue"/>
              </a:defRPr>
            </a:lvl8pPr>
            <a:lvl9pPr algn="l">
              <a:defRPr sz="1875" b="0">
                <a:solidFill>
                  <a:srgbClr val="132238"/>
                </a:solidFill>
                <a:latin typeface="Helvetica Neue"/>
                <a:ea typeface="Helvetica Neue"/>
                <a:cs typeface="Helvetica Neue"/>
              </a:defRPr>
            </a:lvl9pPr>
          </a:lstStyle>
          <a:p xmlns:a="http://schemas.openxmlformats.org/drawingml/2006/main">
            <a:pPr algn="l">
              <a:defRPr sz="1875" b="0">
                <a:solidFill>
                  <a:srgbClr val="132238"/>
                </a:solidFill>
                <a:latin typeface="Helvetica Neue"/>
                <a:ea typeface="Helvetica Neue"/>
                <a:cs typeface="Helvetica Neue"/>
              </a:defRPr>
            </a:pPr>
            <a:r>
              <a:rPr sz="1875" b="0">
                <a:solidFill>
                  <a:srgbClr val="132238"/>
                </a:solidFill>
                <a:latin typeface="Helvetica Neue"/>
                <a:ea typeface="Helvetica Neue"/>
                <a:cs typeface="Helvetica Neue"/>
              </a:rPr>
              <a:t>pytest-теста без пропусков</a:t>
            </a:r>
          </a:p>
        </p:txBody>
      </p:sp>
      <p:sp>
        <p:nvSpPr>
          <p:cNvPr id="9" name="">
            <a:extLst xmlns:a="http://schemas.openxmlformats.org/drawingml/2006/main">
              <a:ext uri="{FF2B5EF4-FFF2-40B4-BE49-F238E27FC236}">
                <a16:creationId xmlns:a16="http://schemas.microsoft.com/office/drawing/2014/main" id="{9B04615F-8498-49BF-BD22-FE21152C5ADF}"/>
              </a:ext>
            </a:extLst>
          </p:cNvPr>
          <p:cNvSpPr>
            <a:spLocks xmlns:a="http://schemas.openxmlformats.org/drawingml/2006/main" noGrp="1"/>
          </p:cNvSpPr>
          <p:nvPr/>
        </p:nvSpPr>
        <p:spPr>
          <a:xfrm xmlns:a="http://schemas.openxmlformats.org/drawingml/2006/main">
            <a:off x="4400550" y="28765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4056BD"/>
                </a:solidFill>
                <a:latin typeface="Helvetica Neue"/>
                <a:ea typeface="Helvetica Neue"/>
                <a:cs typeface="Helvetica Neue"/>
              </a:defRPr>
            </a:defPPr>
            <a:lvl1pPr algn="l">
              <a:defRPr sz="4800" b="1">
                <a:solidFill>
                  <a:srgbClr val="4056BD"/>
                </a:solidFill>
                <a:latin typeface="Helvetica Neue"/>
                <a:ea typeface="Helvetica Neue"/>
                <a:cs typeface="Helvetica Neue"/>
              </a:defRPr>
            </a:lvl1pPr>
            <a:lvl2pPr algn="l">
              <a:defRPr sz="4800" b="1">
                <a:solidFill>
                  <a:srgbClr val="4056BD"/>
                </a:solidFill>
                <a:latin typeface="Helvetica Neue"/>
                <a:ea typeface="Helvetica Neue"/>
                <a:cs typeface="Helvetica Neue"/>
              </a:defRPr>
            </a:lvl2pPr>
            <a:lvl3pPr algn="l">
              <a:defRPr sz="4800" b="1">
                <a:solidFill>
                  <a:srgbClr val="4056BD"/>
                </a:solidFill>
                <a:latin typeface="Helvetica Neue"/>
                <a:ea typeface="Helvetica Neue"/>
                <a:cs typeface="Helvetica Neue"/>
              </a:defRPr>
            </a:lvl3pPr>
            <a:lvl4pPr algn="l">
              <a:defRPr sz="4800" b="1">
                <a:solidFill>
                  <a:srgbClr val="4056BD"/>
                </a:solidFill>
                <a:latin typeface="Helvetica Neue"/>
                <a:ea typeface="Helvetica Neue"/>
                <a:cs typeface="Helvetica Neue"/>
              </a:defRPr>
            </a:lvl4pPr>
            <a:lvl5pPr algn="l">
              <a:defRPr sz="4800" b="1">
                <a:solidFill>
                  <a:srgbClr val="4056BD"/>
                </a:solidFill>
                <a:latin typeface="Helvetica Neue"/>
                <a:ea typeface="Helvetica Neue"/>
                <a:cs typeface="Helvetica Neue"/>
              </a:defRPr>
            </a:lvl5pPr>
            <a:lvl6pPr algn="l">
              <a:defRPr sz="4800" b="1">
                <a:solidFill>
                  <a:srgbClr val="4056BD"/>
                </a:solidFill>
                <a:latin typeface="Helvetica Neue"/>
                <a:ea typeface="Helvetica Neue"/>
                <a:cs typeface="Helvetica Neue"/>
              </a:defRPr>
            </a:lvl6pPr>
            <a:lvl7pPr algn="l">
              <a:defRPr sz="4800" b="1">
                <a:solidFill>
                  <a:srgbClr val="4056BD"/>
                </a:solidFill>
                <a:latin typeface="Helvetica Neue"/>
                <a:ea typeface="Helvetica Neue"/>
                <a:cs typeface="Helvetica Neue"/>
              </a:defRPr>
            </a:lvl7pPr>
            <a:lvl8pPr algn="l">
              <a:defRPr sz="4800" b="1">
                <a:solidFill>
                  <a:srgbClr val="4056BD"/>
                </a:solidFill>
                <a:latin typeface="Helvetica Neue"/>
                <a:ea typeface="Helvetica Neue"/>
                <a:cs typeface="Helvetica Neue"/>
              </a:defRPr>
            </a:lvl8pPr>
            <a:lvl9pPr algn="l">
              <a:defRPr sz="4800" b="1">
                <a:solidFill>
                  <a:srgbClr val="4056BD"/>
                </a:solidFill>
                <a:latin typeface="Helvetica Neue"/>
                <a:ea typeface="Helvetica Neue"/>
                <a:cs typeface="Helvetica Neue"/>
              </a:defRPr>
            </a:lvl9pPr>
          </a:lstStyle>
          <a:p xmlns:a="http://schemas.openxmlformats.org/drawingml/2006/main">
            <a:pPr algn="l">
              <a:defRPr sz="4800" b="1">
                <a:solidFill>
                  <a:srgbClr val="4056BD"/>
                </a:solidFill>
                <a:latin typeface="Helvetica Neue"/>
                <a:ea typeface="Helvetica Neue"/>
                <a:cs typeface="Helvetica Neue"/>
              </a:defRPr>
            </a:pPr>
            <a:r>
              <a:rPr sz="4800" b="1">
                <a:solidFill>
                  <a:srgbClr val="4056BD"/>
                </a:solidFill>
                <a:latin typeface="Helvetica Neue"/>
                <a:ea typeface="Helvetica Neue"/>
                <a:cs typeface="Helvetica Neue"/>
              </a:rPr>
              <a:t>1 / 0</a:t>
            </a:r>
          </a:p>
        </p:txBody>
      </p:sp>
      <p:sp>
        <p:nvSpPr>
          <p:cNvPr id="10" name="">
            <a:extLst xmlns:a="http://schemas.openxmlformats.org/drawingml/2006/main">
              <a:ext uri="{FF2B5EF4-FFF2-40B4-BE49-F238E27FC236}">
                <a16:creationId xmlns:a16="http://schemas.microsoft.com/office/drawing/2014/main" id="{3EF76022-9218-4FD8-A1F9-E1995D06D619}"/>
              </a:ext>
            </a:extLst>
          </p:cNvPr>
          <p:cNvSpPr>
            <a:spLocks xmlns:a="http://schemas.openxmlformats.org/drawingml/2006/main" noGrp="1"/>
          </p:cNvSpPr>
          <p:nvPr/>
        </p:nvSpPr>
        <p:spPr>
          <a:xfrm xmlns:a="http://schemas.openxmlformats.org/drawingml/2006/main">
            <a:off x="4400550" y="37623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32238"/>
                </a:solidFill>
                <a:latin typeface="Helvetica Neue"/>
                <a:ea typeface="Helvetica Neue"/>
                <a:cs typeface="Helvetica Neue"/>
              </a:defRPr>
            </a:defPPr>
            <a:lvl1pPr algn="l">
              <a:defRPr sz="1875" b="0">
                <a:solidFill>
                  <a:srgbClr val="132238"/>
                </a:solidFill>
                <a:latin typeface="Helvetica Neue"/>
                <a:ea typeface="Helvetica Neue"/>
                <a:cs typeface="Helvetica Neue"/>
              </a:defRPr>
            </a:lvl1pPr>
            <a:lvl2pPr algn="l">
              <a:defRPr sz="1875" b="0">
                <a:solidFill>
                  <a:srgbClr val="132238"/>
                </a:solidFill>
                <a:latin typeface="Helvetica Neue"/>
                <a:ea typeface="Helvetica Neue"/>
                <a:cs typeface="Helvetica Neue"/>
              </a:defRPr>
            </a:lvl2pPr>
            <a:lvl3pPr algn="l">
              <a:defRPr sz="1875" b="0">
                <a:solidFill>
                  <a:srgbClr val="132238"/>
                </a:solidFill>
                <a:latin typeface="Helvetica Neue"/>
                <a:ea typeface="Helvetica Neue"/>
                <a:cs typeface="Helvetica Neue"/>
              </a:defRPr>
            </a:lvl3pPr>
            <a:lvl4pPr algn="l">
              <a:defRPr sz="1875" b="0">
                <a:solidFill>
                  <a:srgbClr val="132238"/>
                </a:solidFill>
                <a:latin typeface="Helvetica Neue"/>
                <a:ea typeface="Helvetica Neue"/>
                <a:cs typeface="Helvetica Neue"/>
              </a:defRPr>
            </a:lvl4pPr>
            <a:lvl5pPr algn="l">
              <a:defRPr sz="1875" b="0">
                <a:solidFill>
                  <a:srgbClr val="132238"/>
                </a:solidFill>
                <a:latin typeface="Helvetica Neue"/>
                <a:ea typeface="Helvetica Neue"/>
                <a:cs typeface="Helvetica Neue"/>
              </a:defRPr>
            </a:lvl5pPr>
            <a:lvl6pPr algn="l">
              <a:defRPr sz="1875" b="0">
                <a:solidFill>
                  <a:srgbClr val="132238"/>
                </a:solidFill>
                <a:latin typeface="Helvetica Neue"/>
                <a:ea typeface="Helvetica Neue"/>
                <a:cs typeface="Helvetica Neue"/>
              </a:defRPr>
            </a:lvl6pPr>
            <a:lvl7pPr algn="l">
              <a:defRPr sz="1875" b="0">
                <a:solidFill>
                  <a:srgbClr val="132238"/>
                </a:solidFill>
                <a:latin typeface="Helvetica Neue"/>
                <a:ea typeface="Helvetica Neue"/>
                <a:cs typeface="Helvetica Neue"/>
              </a:defRPr>
            </a:lvl7pPr>
            <a:lvl8pPr algn="l">
              <a:defRPr sz="1875" b="0">
                <a:solidFill>
                  <a:srgbClr val="132238"/>
                </a:solidFill>
                <a:latin typeface="Helvetica Neue"/>
                <a:ea typeface="Helvetica Neue"/>
                <a:cs typeface="Helvetica Neue"/>
              </a:defRPr>
            </a:lvl8pPr>
            <a:lvl9pPr algn="l">
              <a:defRPr sz="1875" b="0">
                <a:solidFill>
                  <a:srgbClr val="132238"/>
                </a:solidFill>
                <a:latin typeface="Helvetica Neue"/>
                <a:ea typeface="Helvetica Neue"/>
                <a:cs typeface="Helvetica Neue"/>
              </a:defRPr>
            </a:lvl9pPr>
          </a:lstStyle>
          <a:p xmlns:a="http://schemas.openxmlformats.org/drawingml/2006/main">
            <a:pPr algn="l">
              <a:defRPr sz="1875" b="0">
                <a:solidFill>
                  <a:srgbClr val="132238"/>
                </a:solidFill>
                <a:latin typeface="Helvetica Neue"/>
                <a:ea typeface="Helvetica Neue"/>
                <a:cs typeface="Helvetica Neue"/>
              </a:defRPr>
            </a:pPr>
            <a:r>
              <a:rPr sz="1875" b="0">
                <a:solidFill>
                  <a:srgbClr val="132238"/>
                </a:solidFill>
                <a:latin typeface="Helvetica Neue"/>
                <a:ea typeface="Helvetica Neue"/>
                <a:cs typeface="Helvetica Neue"/>
              </a:rPr>
              <a:t>событие / дублей при повторе</a:t>
            </a:r>
          </a:p>
        </p:txBody>
      </p:sp>
      <p:sp>
        <p:nvSpPr>
          <p:cNvPr id="11" name="">
            <a:extLst xmlns:a="http://schemas.openxmlformats.org/drawingml/2006/main">
              <a:ext uri="{FF2B5EF4-FFF2-40B4-BE49-F238E27FC236}">
                <a16:creationId xmlns:a16="http://schemas.microsoft.com/office/drawing/2014/main" id="{7500F201-B545-4147-90F2-8B70DDECE48B}"/>
              </a:ext>
            </a:extLst>
          </p:cNvPr>
          <p:cNvSpPr>
            <a:spLocks xmlns:a="http://schemas.openxmlformats.org/drawingml/2006/main" noGrp="1"/>
          </p:cNvSpPr>
          <p:nvPr/>
        </p:nvSpPr>
        <p:spPr>
          <a:xfrm xmlns:a="http://schemas.openxmlformats.org/drawingml/2006/main">
            <a:off x="8191500" y="287655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4056BD"/>
                </a:solidFill>
                <a:latin typeface="Helvetica Neue"/>
                <a:ea typeface="Helvetica Neue"/>
                <a:cs typeface="Helvetica Neue"/>
              </a:defRPr>
            </a:defPPr>
            <a:lvl1pPr algn="l">
              <a:defRPr sz="4800" b="1">
                <a:solidFill>
                  <a:srgbClr val="4056BD"/>
                </a:solidFill>
                <a:latin typeface="Helvetica Neue"/>
                <a:ea typeface="Helvetica Neue"/>
                <a:cs typeface="Helvetica Neue"/>
              </a:defRPr>
            </a:lvl1pPr>
            <a:lvl2pPr algn="l">
              <a:defRPr sz="4800" b="1">
                <a:solidFill>
                  <a:srgbClr val="4056BD"/>
                </a:solidFill>
                <a:latin typeface="Helvetica Neue"/>
                <a:ea typeface="Helvetica Neue"/>
                <a:cs typeface="Helvetica Neue"/>
              </a:defRPr>
            </a:lvl2pPr>
            <a:lvl3pPr algn="l">
              <a:defRPr sz="4800" b="1">
                <a:solidFill>
                  <a:srgbClr val="4056BD"/>
                </a:solidFill>
                <a:latin typeface="Helvetica Neue"/>
                <a:ea typeface="Helvetica Neue"/>
                <a:cs typeface="Helvetica Neue"/>
              </a:defRPr>
            </a:lvl3pPr>
            <a:lvl4pPr algn="l">
              <a:defRPr sz="4800" b="1">
                <a:solidFill>
                  <a:srgbClr val="4056BD"/>
                </a:solidFill>
                <a:latin typeface="Helvetica Neue"/>
                <a:ea typeface="Helvetica Neue"/>
                <a:cs typeface="Helvetica Neue"/>
              </a:defRPr>
            </a:lvl4pPr>
            <a:lvl5pPr algn="l">
              <a:defRPr sz="4800" b="1">
                <a:solidFill>
                  <a:srgbClr val="4056BD"/>
                </a:solidFill>
                <a:latin typeface="Helvetica Neue"/>
                <a:ea typeface="Helvetica Neue"/>
                <a:cs typeface="Helvetica Neue"/>
              </a:defRPr>
            </a:lvl5pPr>
            <a:lvl6pPr algn="l">
              <a:defRPr sz="4800" b="1">
                <a:solidFill>
                  <a:srgbClr val="4056BD"/>
                </a:solidFill>
                <a:latin typeface="Helvetica Neue"/>
                <a:ea typeface="Helvetica Neue"/>
                <a:cs typeface="Helvetica Neue"/>
              </a:defRPr>
            </a:lvl6pPr>
            <a:lvl7pPr algn="l">
              <a:defRPr sz="4800" b="1">
                <a:solidFill>
                  <a:srgbClr val="4056BD"/>
                </a:solidFill>
                <a:latin typeface="Helvetica Neue"/>
                <a:ea typeface="Helvetica Neue"/>
                <a:cs typeface="Helvetica Neue"/>
              </a:defRPr>
            </a:lvl7pPr>
            <a:lvl8pPr algn="l">
              <a:defRPr sz="4800" b="1">
                <a:solidFill>
                  <a:srgbClr val="4056BD"/>
                </a:solidFill>
                <a:latin typeface="Helvetica Neue"/>
                <a:ea typeface="Helvetica Neue"/>
                <a:cs typeface="Helvetica Neue"/>
              </a:defRPr>
            </a:lvl8pPr>
            <a:lvl9pPr algn="l">
              <a:defRPr sz="4800" b="1">
                <a:solidFill>
                  <a:srgbClr val="4056BD"/>
                </a:solidFill>
                <a:latin typeface="Helvetica Neue"/>
                <a:ea typeface="Helvetica Neue"/>
                <a:cs typeface="Helvetica Neue"/>
              </a:defRPr>
            </a:lvl9pPr>
          </a:lstStyle>
          <a:p xmlns:a="http://schemas.openxmlformats.org/drawingml/2006/main">
            <a:pPr algn="l">
              <a:defRPr sz="4800" b="1">
                <a:solidFill>
                  <a:srgbClr val="4056BD"/>
                </a:solidFill>
                <a:latin typeface="Helvetica Neue"/>
                <a:ea typeface="Helvetica Neue"/>
                <a:cs typeface="Helvetica Neue"/>
              </a:defRPr>
            </a:pPr>
            <a:r>
              <a:rPr sz="4800" b="1">
                <a:solidFill>
                  <a:srgbClr val="4056BD"/>
                </a:solidFill>
                <a:latin typeface="Helvetica Neue"/>
                <a:ea typeface="Helvetica Neue"/>
                <a:cs typeface="Helvetica Neue"/>
              </a:rPr>
              <a:t>4</a:t>
            </a:r>
          </a:p>
        </p:txBody>
      </p:sp>
      <p:sp>
        <p:nvSpPr>
          <p:cNvPr id="12" name="">
            <a:extLst xmlns:a="http://schemas.openxmlformats.org/drawingml/2006/main">
              <a:ext uri="{FF2B5EF4-FFF2-40B4-BE49-F238E27FC236}">
                <a16:creationId xmlns:a16="http://schemas.microsoft.com/office/drawing/2014/main" id="{DE9D1A37-3C5F-43B1-8D5D-7766F07C368C}"/>
              </a:ext>
            </a:extLst>
          </p:cNvPr>
          <p:cNvSpPr>
            <a:spLocks xmlns:a="http://schemas.openxmlformats.org/drawingml/2006/main" noGrp="1"/>
          </p:cNvSpPr>
          <p:nvPr/>
        </p:nvSpPr>
        <p:spPr>
          <a:xfrm xmlns:a="http://schemas.openxmlformats.org/drawingml/2006/main">
            <a:off x="8191500" y="37623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32238"/>
                </a:solidFill>
                <a:latin typeface="Helvetica Neue"/>
                <a:ea typeface="Helvetica Neue"/>
                <a:cs typeface="Helvetica Neue"/>
              </a:defRPr>
            </a:defPPr>
            <a:lvl1pPr algn="l">
              <a:defRPr sz="1875" b="0">
                <a:solidFill>
                  <a:srgbClr val="132238"/>
                </a:solidFill>
                <a:latin typeface="Helvetica Neue"/>
                <a:ea typeface="Helvetica Neue"/>
                <a:cs typeface="Helvetica Neue"/>
              </a:defRPr>
            </a:lvl1pPr>
            <a:lvl2pPr algn="l">
              <a:defRPr sz="1875" b="0">
                <a:solidFill>
                  <a:srgbClr val="132238"/>
                </a:solidFill>
                <a:latin typeface="Helvetica Neue"/>
                <a:ea typeface="Helvetica Neue"/>
                <a:cs typeface="Helvetica Neue"/>
              </a:defRPr>
            </a:lvl2pPr>
            <a:lvl3pPr algn="l">
              <a:defRPr sz="1875" b="0">
                <a:solidFill>
                  <a:srgbClr val="132238"/>
                </a:solidFill>
                <a:latin typeface="Helvetica Neue"/>
                <a:ea typeface="Helvetica Neue"/>
                <a:cs typeface="Helvetica Neue"/>
              </a:defRPr>
            </a:lvl3pPr>
            <a:lvl4pPr algn="l">
              <a:defRPr sz="1875" b="0">
                <a:solidFill>
                  <a:srgbClr val="132238"/>
                </a:solidFill>
                <a:latin typeface="Helvetica Neue"/>
                <a:ea typeface="Helvetica Neue"/>
                <a:cs typeface="Helvetica Neue"/>
              </a:defRPr>
            </a:lvl4pPr>
            <a:lvl5pPr algn="l">
              <a:defRPr sz="1875" b="0">
                <a:solidFill>
                  <a:srgbClr val="132238"/>
                </a:solidFill>
                <a:latin typeface="Helvetica Neue"/>
                <a:ea typeface="Helvetica Neue"/>
                <a:cs typeface="Helvetica Neue"/>
              </a:defRPr>
            </a:lvl5pPr>
            <a:lvl6pPr algn="l">
              <a:defRPr sz="1875" b="0">
                <a:solidFill>
                  <a:srgbClr val="132238"/>
                </a:solidFill>
                <a:latin typeface="Helvetica Neue"/>
                <a:ea typeface="Helvetica Neue"/>
                <a:cs typeface="Helvetica Neue"/>
              </a:defRPr>
            </a:lvl6pPr>
            <a:lvl7pPr algn="l">
              <a:defRPr sz="1875" b="0">
                <a:solidFill>
                  <a:srgbClr val="132238"/>
                </a:solidFill>
                <a:latin typeface="Helvetica Neue"/>
                <a:ea typeface="Helvetica Neue"/>
                <a:cs typeface="Helvetica Neue"/>
              </a:defRPr>
            </a:lvl7pPr>
            <a:lvl8pPr algn="l">
              <a:defRPr sz="1875" b="0">
                <a:solidFill>
                  <a:srgbClr val="132238"/>
                </a:solidFill>
                <a:latin typeface="Helvetica Neue"/>
                <a:ea typeface="Helvetica Neue"/>
                <a:cs typeface="Helvetica Neue"/>
              </a:defRPr>
            </a:lvl8pPr>
            <a:lvl9pPr algn="l">
              <a:defRPr sz="1875" b="0">
                <a:solidFill>
                  <a:srgbClr val="132238"/>
                </a:solidFill>
                <a:latin typeface="Helvetica Neue"/>
                <a:ea typeface="Helvetica Neue"/>
                <a:cs typeface="Helvetica Neue"/>
              </a:defRPr>
            </a:lvl9pPr>
          </a:lstStyle>
          <a:p xmlns:a="http://schemas.openxmlformats.org/drawingml/2006/main">
            <a:pPr algn="l">
              <a:defRPr sz="1875" b="0">
                <a:solidFill>
                  <a:srgbClr val="132238"/>
                </a:solidFill>
                <a:latin typeface="Helvetica Neue"/>
                <a:ea typeface="Helvetica Neue"/>
                <a:cs typeface="Helvetica Neue"/>
              </a:defRPr>
            </a:pPr>
            <a:r>
              <a:rPr sz="1875" b="0">
                <a:solidFill>
                  <a:srgbClr val="132238"/>
                </a:solidFill>
                <a:latin typeface="Helvetica Neue"/>
                <a:ea typeface="Helvetica Neue"/>
                <a:cs typeface="Helvetica Neue"/>
              </a:rPr>
              <a:t>пары на одном скриншоте</a:t>
            </a:r>
          </a:p>
        </p:txBody>
      </p:sp>
      <p:sp>
        <p:nvSpPr>
          <p:cNvPr id="13" name="">
            <a:extLst xmlns:a="http://schemas.openxmlformats.org/drawingml/2006/main">
              <a:ext uri="{FF2B5EF4-FFF2-40B4-BE49-F238E27FC236}">
                <a16:creationId xmlns:a16="http://schemas.microsoft.com/office/drawing/2014/main" id="{B198648A-435F-45F6-B1E5-B8483B0C7D31}"/>
              </a:ext>
            </a:extLst>
          </p:cNvPr>
          <p:cNvSpPr>
            <a:spLocks xmlns:a="http://schemas.openxmlformats.org/drawingml/2006/main" noGrp="1"/>
          </p:cNvSpPr>
          <p:nvPr/>
        </p:nvSpPr>
        <p:spPr>
          <a:xfrm xmlns:a="http://schemas.openxmlformats.org/drawingml/2006/main">
            <a:off x="609600" y="44767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778"/>
                </a:solidFill>
                <a:latin typeface="Helvetica Neue"/>
                <a:ea typeface="Helvetica Neue"/>
                <a:cs typeface="Helvetica Neue"/>
              </a:defRPr>
            </a:defPPr>
            <a:lvl1pPr algn="l">
              <a:defRPr sz="1875" b="0">
                <a:solidFill>
                  <a:srgbClr val="586778"/>
                </a:solidFill>
                <a:latin typeface="Helvetica Neue"/>
                <a:ea typeface="Helvetica Neue"/>
                <a:cs typeface="Helvetica Neue"/>
              </a:defRPr>
            </a:lvl1pPr>
            <a:lvl2pPr algn="l">
              <a:defRPr sz="1875" b="0">
                <a:solidFill>
                  <a:srgbClr val="586778"/>
                </a:solidFill>
                <a:latin typeface="Helvetica Neue"/>
                <a:ea typeface="Helvetica Neue"/>
                <a:cs typeface="Helvetica Neue"/>
              </a:defRPr>
            </a:lvl2pPr>
            <a:lvl3pPr algn="l">
              <a:defRPr sz="1875" b="0">
                <a:solidFill>
                  <a:srgbClr val="586778"/>
                </a:solidFill>
                <a:latin typeface="Helvetica Neue"/>
                <a:ea typeface="Helvetica Neue"/>
                <a:cs typeface="Helvetica Neue"/>
              </a:defRPr>
            </a:lvl3pPr>
            <a:lvl4pPr algn="l">
              <a:defRPr sz="1875" b="0">
                <a:solidFill>
                  <a:srgbClr val="586778"/>
                </a:solidFill>
                <a:latin typeface="Helvetica Neue"/>
                <a:ea typeface="Helvetica Neue"/>
                <a:cs typeface="Helvetica Neue"/>
              </a:defRPr>
            </a:lvl4pPr>
            <a:lvl5pPr algn="l">
              <a:defRPr sz="1875" b="0">
                <a:solidFill>
                  <a:srgbClr val="586778"/>
                </a:solidFill>
                <a:latin typeface="Helvetica Neue"/>
                <a:ea typeface="Helvetica Neue"/>
                <a:cs typeface="Helvetica Neue"/>
              </a:defRPr>
            </a:lvl5pPr>
            <a:lvl6pPr algn="l">
              <a:defRPr sz="1875" b="0">
                <a:solidFill>
                  <a:srgbClr val="586778"/>
                </a:solidFill>
                <a:latin typeface="Helvetica Neue"/>
                <a:ea typeface="Helvetica Neue"/>
                <a:cs typeface="Helvetica Neue"/>
              </a:defRPr>
            </a:lvl6pPr>
            <a:lvl7pPr algn="l">
              <a:defRPr sz="1875" b="0">
                <a:solidFill>
                  <a:srgbClr val="586778"/>
                </a:solidFill>
                <a:latin typeface="Helvetica Neue"/>
                <a:ea typeface="Helvetica Neue"/>
                <a:cs typeface="Helvetica Neue"/>
              </a:defRPr>
            </a:lvl7pPr>
            <a:lvl8pPr algn="l">
              <a:defRPr sz="1875" b="0">
                <a:solidFill>
                  <a:srgbClr val="586778"/>
                </a:solidFill>
                <a:latin typeface="Helvetica Neue"/>
                <a:ea typeface="Helvetica Neue"/>
                <a:cs typeface="Helvetica Neue"/>
              </a:defRPr>
            </a:lvl8pPr>
            <a:lvl9pPr algn="l">
              <a:defRPr sz="1875" b="0">
                <a:solidFill>
                  <a:srgbClr val="586778"/>
                </a:solidFill>
                <a:latin typeface="Helvetica Neue"/>
                <a:ea typeface="Helvetica Neue"/>
                <a:cs typeface="Helvetica Neue"/>
              </a:defRPr>
            </a:lvl9pPr>
          </a:lstStyle>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Vertex Gemini распознал видимые пары понедельника. Даты остались пустыми.</a:t>
            </a:r>
          </a:p>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Это один проверенный пример, а не измеренная точность OCR.</a:t>
            </a:r>
          </a:p>
          <a:p xmlns:a="http://schemas.openxmlformats.org/drawingml/2006/main">
            <a:pPr algn="l">
              <a:defRPr sz="1875" b="0">
                <a:solidFill>
                  <a:srgbClr val="586778"/>
                </a:solidFill>
                <a:latin typeface="Helvetica Neue"/>
                <a:ea typeface="Helvetica Neue"/>
                <a:cs typeface="Helvetica Neue"/>
              </a:defRPr>
            </a:pPr>
            <a:r>
              <a:rPr sz="1875" b="0">
                <a:solidFill>
                  <a:srgbClr val="586778"/>
                </a:solidFill>
                <a:latin typeface="Helvetica Neue"/>
                <a:ea typeface="Helvetica Neue"/>
                <a:cs typeface="Helvetica Neue"/>
              </a:rPr>
              <a:t>Connected fixture использует тестовые внешние сервисы.</a:t>
            </a:r>
          </a:p>
        </p:txBody>
      </p:sp>
      <p:sp>
        <p:nvSpPr>
          <p:cNvPr id="14" name="">
            <a:extLst xmlns:a="http://schemas.openxmlformats.org/drawingml/2006/main">
              <a:ext uri="{FF2B5EF4-FFF2-40B4-BE49-F238E27FC236}">
                <a16:creationId xmlns:a16="http://schemas.microsoft.com/office/drawing/2014/main" id="{6D5B72EF-6BBA-46A0-9CCE-931AC34BA3B8}"/>
              </a:ext>
            </a:extLst>
          </p:cNvPr>
          <p:cNvSpPr>
            <a:spLocks xmlns:a="http://schemas.openxmlformats.org/drawingml/2006/main" noGrp="1"/>
          </p:cNvSpPr>
          <p:nvPr/>
        </p:nvSpPr>
        <p:spPr>
          <a:xfrm xmlns:a="http://schemas.openxmlformats.org/drawingml/2006/main">
            <a:off x="609600" y="55530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238"/>
                </a:solidFill>
                <a:latin typeface="Helvetica Neue"/>
                <a:ea typeface="Helvetica Neue"/>
                <a:cs typeface="Helvetica Neue"/>
              </a:defRPr>
            </a:defPPr>
            <a:lvl1pPr algn="l">
              <a:defRPr sz="2025" b="1">
                <a:solidFill>
                  <a:srgbClr val="132238"/>
                </a:solidFill>
                <a:latin typeface="Helvetica Neue"/>
                <a:ea typeface="Helvetica Neue"/>
                <a:cs typeface="Helvetica Neue"/>
              </a:defRPr>
            </a:lvl1pPr>
            <a:lvl2pPr algn="l">
              <a:defRPr sz="2025" b="1">
                <a:solidFill>
                  <a:srgbClr val="132238"/>
                </a:solidFill>
                <a:latin typeface="Helvetica Neue"/>
                <a:ea typeface="Helvetica Neue"/>
                <a:cs typeface="Helvetica Neue"/>
              </a:defRPr>
            </a:lvl2pPr>
            <a:lvl3pPr algn="l">
              <a:defRPr sz="2025" b="1">
                <a:solidFill>
                  <a:srgbClr val="132238"/>
                </a:solidFill>
                <a:latin typeface="Helvetica Neue"/>
                <a:ea typeface="Helvetica Neue"/>
                <a:cs typeface="Helvetica Neue"/>
              </a:defRPr>
            </a:lvl3pPr>
            <a:lvl4pPr algn="l">
              <a:defRPr sz="2025" b="1">
                <a:solidFill>
                  <a:srgbClr val="132238"/>
                </a:solidFill>
                <a:latin typeface="Helvetica Neue"/>
                <a:ea typeface="Helvetica Neue"/>
                <a:cs typeface="Helvetica Neue"/>
              </a:defRPr>
            </a:lvl4pPr>
            <a:lvl5pPr algn="l">
              <a:defRPr sz="2025" b="1">
                <a:solidFill>
                  <a:srgbClr val="132238"/>
                </a:solidFill>
                <a:latin typeface="Helvetica Neue"/>
                <a:ea typeface="Helvetica Neue"/>
                <a:cs typeface="Helvetica Neue"/>
              </a:defRPr>
            </a:lvl5pPr>
            <a:lvl6pPr algn="l">
              <a:defRPr sz="2025" b="1">
                <a:solidFill>
                  <a:srgbClr val="132238"/>
                </a:solidFill>
                <a:latin typeface="Helvetica Neue"/>
                <a:ea typeface="Helvetica Neue"/>
                <a:cs typeface="Helvetica Neue"/>
              </a:defRPr>
            </a:lvl6pPr>
            <a:lvl7pPr algn="l">
              <a:defRPr sz="2025" b="1">
                <a:solidFill>
                  <a:srgbClr val="132238"/>
                </a:solidFill>
                <a:latin typeface="Helvetica Neue"/>
                <a:ea typeface="Helvetica Neue"/>
                <a:cs typeface="Helvetica Neue"/>
              </a:defRPr>
            </a:lvl7pPr>
            <a:lvl8pPr algn="l">
              <a:defRPr sz="2025" b="1">
                <a:solidFill>
                  <a:srgbClr val="132238"/>
                </a:solidFill>
                <a:latin typeface="Helvetica Neue"/>
                <a:ea typeface="Helvetica Neue"/>
                <a:cs typeface="Helvetica Neue"/>
              </a:defRPr>
            </a:lvl8pPr>
            <a:lvl9pPr algn="l">
              <a:defRPr sz="2025" b="1">
                <a:solidFill>
                  <a:srgbClr val="132238"/>
                </a:solidFill>
                <a:latin typeface="Helvetica Neue"/>
                <a:ea typeface="Helvetica Neue"/>
                <a:cs typeface="Helvetica Neue"/>
              </a:defRPr>
            </a:lvl9pPr>
          </a:lstStyle>
          <a:p xmlns:a="http://schemas.openxmlformats.org/drawingml/2006/main">
            <a:pPr algn="l">
              <a:defRPr sz="2025" b="1">
                <a:solidFill>
                  <a:srgbClr val="132238"/>
                </a:solidFill>
                <a:latin typeface="Helvetica Neue"/>
                <a:ea typeface="Helvetica Neue"/>
                <a:cs typeface="Helvetica Neue"/>
              </a:defRPr>
            </a:pPr>
            <a:r>
              <a:rPr sz="2025" b="1">
                <a:solidFill>
                  <a:srgbClr val="132238"/>
                </a:solidFill>
                <a:latin typeface="Helvetica Neue"/>
                <a:ea typeface="Helvetica Neue"/>
                <a:cs typeface="Helvetica Neue"/>
              </a:rPr>
              <a:t>Следующий шаг: принять новую версию на реальном сайте с записью, независимой проверкой и повтором без дубликатов.</a:t>
            </a:r>
          </a:p>
        </p:txBody>
      </p:sp>
    </p:spTree>
    <p:extLst>
      <p:ext uri="{BB962C8B-B14F-4D97-AF65-F5344CB8AC3E}">
        <p14:creationId xmlns:p14="http://schemas.microsoft.com/office/powerpoint/2010/main" val="1565177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2026-10-21T20:32:59.7390000Z</dcterms:created>
  <dcterms:modified xsi:type="dcterms:W3CDTF">2026-10-21T20:32:59.7390000Z</dcterms:modified>
</coreProperties>
</file>