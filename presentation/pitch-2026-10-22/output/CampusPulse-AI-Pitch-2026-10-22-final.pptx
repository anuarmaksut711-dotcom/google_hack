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eaebec7676449b" /><Relationship Type="http://schemas.openxmlformats.org/officeDocument/2006/relationships/extended-properties" Target="/docProps/app.xml" Id="R4345a490e0d34e73" /><Relationship Type="http://schemas.openxmlformats.org/officeDocument/2006/relationships/officeDocument" Target="/ppt/presentation.xml" Id="Re67a400fe0d740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31d674226d40da"/>
  </p:sldMasterIdLst>
  <p:notesMasterIdLst>
    <p:notesMasterId xmlns:r="http://schemas.openxmlformats.org/officeDocument/2006/relationships" r:id="R4c456eff0e384f89"/>
  </p:notesMasterIdLst>
  <p:sldIdLst>
    <p:sldId xmlns:r="http://schemas.openxmlformats.org/officeDocument/2006/relationships" id="256" r:id="R017f9f1883ad4a20"/>
    <p:sldId xmlns:r="http://schemas.openxmlformats.org/officeDocument/2006/relationships" id="257" r:id="Recf4954d59e64b73"/>
    <p:sldId xmlns:r="http://schemas.openxmlformats.org/officeDocument/2006/relationships" id="258" r:id="R4367bfc1a59a4891"/>
    <p:sldId xmlns:r="http://schemas.openxmlformats.org/officeDocument/2006/relationships" id="259" r:id="R38d9e35494454fb5"/>
    <p:sldId xmlns:r="http://schemas.openxmlformats.org/officeDocument/2006/relationships" id="260" r:id="R32219a901af946c4"/>
    <p:sldId xmlns:r="http://schemas.openxmlformats.org/officeDocument/2006/relationships" id="261" r:id="R0593544b661149f7"/>
    <p:sldId xmlns:r="http://schemas.openxmlformats.org/officeDocument/2006/relationships" id="262" r:id="Rd8990348c97f4d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01bb113b7c4eba" /><Relationship Type="http://schemas.openxmlformats.org/officeDocument/2006/relationships/slideMaster" Target="/ppt/slideMasters/slideMaster1.xml" Id="Ra031d674226d40da" /><Relationship Type="http://schemas.openxmlformats.org/officeDocument/2006/relationships/notesMaster" Target="/ppt/notesMasters/notesMaster1.xml" Id="R4c456eff0e384f89" /><Relationship Type="http://schemas.openxmlformats.org/officeDocument/2006/relationships/presProps" Target="/ppt/presProps.xml" Id="R2a5422ff28784a7d" /><Relationship Type="http://schemas.openxmlformats.org/officeDocument/2006/relationships/tableStyles" Target="/ppt/tableStyles.xml" Id="R7e69c33a7a0d4680" /><Relationship Type="http://schemas.openxmlformats.org/officeDocument/2006/relationships/slide" Target="/ppt/slides/slide1.xml" Id="R017f9f1883ad4a20" /><Relationship Type="http://schemas.openxmlformats.org/officeDocument/2006/relationships/slide" Target="/ppt/slides/slide2.xml" Id="Recf4954d59e64b73" /><Relationship Type="http://schemas.openxmlformats.org/officeDocument/2006/relationships/slide" Target="/ppt/slides/slide3.xml" Id="R4367bfc1a59a4891" /><Relationship Type="http://schemas.openxmlformats.org/officeDocument/2006/relationships/slide" Target="/ppt/slides/slide4.xml" Id="R38d9e35494454fb5" /><Relationship Type="http://schemas.openxmlformats.org/officeDocument/2006/relationships/slide" Target="/ppt/slides/slide5.xml" Id="R32219a901af946c4" /><Relationship Type="http://schemas.openxmlformats.org/officeDocument/2006/relationships/slide" Target="/ppt/slides/slide6.xml" Id="R0593544b661149f7" /><Relationship Type="http://schemas.openxmlformats.org/officeDocument/2006/relationships/slide" Target="/ppt/slides/slide7.xml" Id="Rd8990348c97f4d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a347b335dd4c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316a73f7854b1f" /><Relationship Type="http://schemas.openxmlformats.org/officeDocument/2006/relationships/notesMaster" Target="/ppt/notesMasters/notesMaster1.xml" Id="R3111a2b199374c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2a9f7161c747d5" /><Relationship Type="http://schemas.openxmlformats.org/officeDocument/2006/relationships/notesMaster" Target="/ppt/notesMasters/notesMaster1.xml" Id="Ra3d0df9ecc6145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bd5095d3fd49f0" /><Relationship Type="http://schemas.openxmlformats.org/officeDocument/2006/relationships/notesMaster" Target="/ppt/notesMasters/notesMaster1.xml" Id="Rdd6eff4b4ba249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55511ef25b45d0" /><Relationship Type="http://schemas.openxmlformats.org/officeDocument/2006/relationships/notesMaster" Target="/ppt/notesMasters/notesMaster1.xml" Id="Rc0944af2b66049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af141dc23b421e" /><Relationship Type="http://schemas.openxmlformats.org/officeDocument/2006/relationships/notesMaster" Target="/ppt/notesMasters/notesMaster1.xml" Id="R5e13a104f0d942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6a0c301e0d4b92" /><Relationship Type="http://schemas.openxmlformats.org/officeDocument/2006/relationships/notesMaster" Target="/ppt/notesMasters/notesMaster1.xml" Id="R075dccffc40f44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24c8336bd74e35" /><Relationship Type="http://schemas.openxmlformats.org/officeDocument/2006/relationships/notesMaster" Target="/ppt/notesMasters/notesMaster1.xml" Id="Rfdb4de5f5d0943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отражает локальный реализованный сценарий и ограничения облачной приёмки. PDF/PNG/JPEG отправляются модели только по кнопке, распознанные пары требуют проверки и сохранения. Пары не экспортируются автоматически в Calendar. Recovery использует отдельное подтверждение версии и независимый verify. Новый read-only cloud study-agent не имеет инструментов записи. Локальные внешние сервисы синтетические, реальная модель OCR не тестировалась. Исходники UI: codex/pitch-ui-demo, база acf869b1eff2e50f2669c3f9f824b7b83cfb534d, 22.10.2026. Локальные проверки описаны в SCHEDULE-VALIDATION-2026-10-22.md. Облачный источник: setup/PITCH-CLOUD-HANDOFF.md из origin/codex/pitch-agent-cloud, SHA 1382f49aaba7c37c6571bbd8355349064e039012. Handoff описывает read-only study agent; live website acceptance pending, recovery/Calendar writes не включены. Исторический checkpoint 20.10 не считается новой приёмкой. Личные данные, credentials и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отражает локальный реализованный сценарий и ограничения облачной приёмки. PDF/PNG/JPEG отправляются модели только по кнопке, распознанные пары требуют проверки и сохранения. Пары не экспортируются автоматически в Calendar. Recovery использует отдельное подтверждение версии и независимый verify. Новый read-only cloud study-agent не имеет инструментов записи. Локальные внешние сервисы синтетические, реальная модель OCR не тестировалась. Исходники UI: codex/pitch-ui-demo, база acf869b1eff2e50f2669c3f9f824b7b83cfb534d, 22.10.2026. Локальные проверки описаны в SCHEDULE-VALIDATION-2026-10-22.md. Облачный источник: setup/PITCH-CLOUD-HANDOFF.md из origin/codex/pitch-agent-cloud, SHA 1382f49aaba7c37c6571bbd8355349064e039012. Handoff описывает read-only study agent; live website acceptance pending, recovery/Calendar writes не включены. Исторический checkpoint 20.10 не считается новой приёмкой. Личные данные, credentials и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отражает локальный реализованный сценарий и ограничения облачной приёмки. PDF/PNG/JPEG отправляются модели только по кнопке, распознанные пары требуют проверки и сохранения. Пары не экспортируются автоматически в Calendar. Recovery использует отдельное подтверждение версии и независимый verify. Новый read-only cloud study-agent не имеет инструментов записи. Локальные внешние сервисы синтетические, реальная модель OCR не тестировалась. Исходники UI: codex/pitch-ui-demo, база acf869b1eff2e50f2669c3f9f824b7b83cfb534d, 22.10.2026. Локальные проверки описаны в SCHEDULE-VALIDATION-2026-10-22.md. Облачный источник: setup/PITCH-CLOUD-HANDOFF.md из origin/codex/pitch-agent-cloud, SHA 1382f49aaba7c37c6571bbd8355349064e039012. Handoff описывает read-only study agent; live website acceptance pending, recovery/Calendar writes не включены. Исторический checkpoint 20.10 не считается новой приёмкой. Личные данные, credentials и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отражает локальный реализованный сценарий и ограничения облачной приёмки. PDF/PNG/JPEG отправляются модели только по кнопке, распознанные пары требуют проверки и сохранения. Пары не экспортируются автоматически в Calendar. Recovery использует отдельное подтверждение версии и независимый verify. Новый read-only cloud study-agent не имеет инструментов записи. Локальные внешние сервисы синтетические, реальная модель OCR не тестировалась. Исходники UI: codex/pitch-ui-demo, база acf869b1eff2e50f2669c3f9f824b7b83cfb534d, 22.10.2026. Локальные проверки описаны в SCHEDULE-VALIDATION-2026-10-22.md. Облачный источник: setup/PITCH-CLOUD-HANDOFF.md из origin/codex/pitch-agent-cloud, SHA 1382f49aaba7c37c6571bbd8355349064e039012. Handoff описывает read-only study agent; live website acceptance pending, recovery/Calendar writes не включены. Исторический checkpoint 20.10 не считается новой приёмкой. Личные данные, credentials и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отражает локальный реализованный сценарий и ограничения облачной приёмки. PDF/PNG/JPEG отправляются модели только по кнопке, распознанные пары требуют проверки и сохранения. Пары не экспортируются автоматически в Calendar. Recovery использует отдельное подтверждение версии и независимый verify. Новый read-only cloud study-agent не имеет инструментов записи. Локальные внешние сервисы синтетические, реальная модель OCR не тестировалась. Исходники UI: codex/pitch-ui-demo, база acf869b1eff2e50f2669c3f9f824b7b83cfb534d, 22.10.2026. Локальные проверки описаны в SCHEDULE-VALIDATION-2026-10-22.md. Облачный источник: setup/PITCH-CLOUD-HANDOFF.md из origin/codex/pitch-agent-cloud, SHA 1382f49aaba7c37c6571bbd8355349064e039012. Handoff описывает read-only study agent; live website acceptance pending, recovery/Calendar writes не включены. Исторический checkpoint 20.10 не считается новой приёмкой. Личные данные, credentials и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отражает локальный реализованный сценарий и ограничения облачной приёмки. PDF/PNG/JPEG отправляются модели только по кнопке, распознанные пары требуют проверки и сохранения. Пары не экспортируются автоматически в Calendar. Recovery использует отдельное подтверждение версии и независимый verify. Новый read-only cloud study-agent не имеет инструментов записи. Локальные внешние сервисы синтетические, реальная модель OCR не тестировалась. Исходники UI: codex/pitch-ui-demo, база acf869b1eff2e50f2669c3f9f824b7b83cfb534d, 22.10.2026. Локальные проверки описаны в SCHEDULE-VALIDATION-2026-10-22.md. Облачный источник: setup/PITCH-CLOUD-HANDOFF.md из origin/codex/pitch-agent-cloud, SHA 1382f49aaba7c37c6571bbd8355349064e039012. Handoff описывает read-only study agent; live website acceptance pending, recovery/Calendar writes не включены. Исторический checkpoint 20.10 не считается новой приёмкой. Личные данные, credentials и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отражает локальный реализованный сценарий и ограничения облачной приёмки. PDF/PNG/JPEG отправляются модели только по кнопке, распознанные пары требуют проверки и сохранения. Пары не экспортируются автоматически в Calendar. Recovery использует отдельное подтверждение версии и независимый verify. Новый read-only cloud study-agent не имеет инструментов записи. Локальные внешние сервисы синтетические, реальная модель OCR не тестировалась. Исходники UI: codex/pitch-ui-demo, база acf869b1eff2e50f2669c3f9f824b7b83cfb534d, 22.10.2026. Локальные проверки описаны в SCHEDULE-VALIDATION-2026-10-22.md. Облачный источник: setup/PITCH-CLOUD-HANDOFF.md из origin/codex/pitch-agent-cloud, SHA 1382f49aaba7c37c6571bbd8355349064e039012. Handoff описывает read-only study agent; live website acceptance pending, recovery/Calendar writes не включены. Исторический checkpoint 20.10 не считается новой приёмкой. Личные данные, credentials и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2c3d2900f45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a84ab4ad89418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d1d2da5c9b4a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2458240a2244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c9a14febc94d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a431b8ce8445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4773ECA-21C3-4CF7-AC86-207C99E59C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1B72E1-1EEF-48A4-93FC-A10FD3992D1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5B60B5-2B83-4924-B0B5-FC0534F137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8F464F-7D10-42EC-8EB8-0C441C32F1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5E131E-928E-4FAB-B7A8-42FAF130DC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4AC1C46-1C3D-4477-AB61-C0ABC8DF12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991C2C8-DFEE-4731-9696-DFF7A9D5DC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F03D9B-510B-40CA-8757-C0CCD374EC9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6B74180-1175-4718-8C9E-7F2561F383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694738A-01A8-487B-B815-517C9F31BF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1f57732ad749eb" /><Relationship Type="http://schemas.openxmlformats.org/officeDocument/2006/relationships/slideLayout" Target="/ppt/slideLayouts/slideLayout1.xml" Id="Re7bf4bb880f74f08" /><Relationship Type="http://schemas.openxmlformats.org/officeDocument/2006/relationships/slideLayout" Target="/ppt/slideLayouts/slideLayout2.xml" Id="R2806a4c4a1824368" /><Relationship Type="http://schemas.openxmlformats.org/officeDocument/2006/relationships/slideLayout" Target="/ppt/slideLayouts/slideLayout3.xml" Id="R302be27098584332" /><Relationship Type="http://schemas.openxmlformats.org/officeDocument/2006/relationships/slideLayout" Target="/ppt/slideLayouts/slideLayout4.xml" Id="Rcdab0370fc044d78" /><Relationship Type="http://schemas.openxmlformats.org/officeDocument/2006/relationships/slideLayout" Target="/ppt/slideLayouts/slideLayout5.xml" Id="Rd80e8cbf69964578" /><Relationship Type="http://schemas.openxmlformats.org/officeDocument/2006/relationships/slideLayout" Target="/ppt/slideLayouts/slideLayout6.xml" Id="R2411adcfa4c744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bf4bb880f74f08"/>
    <p:sldLayoutId xmlns:r="http://schemas.openxmlformats.org/officeDocument/2006/relationships" id="2147483650" r:id="R2806a4c4a1824368"/>
    <p:sldLayoutId xmlns:r="http://schemas.openxmlformats.org/officeDocument/2006/relationships" id="2147483651" r:id="R302be27098584332"/>
    <p:sldLayoutId xmlns:r="http://schemas.openxmlformats.org/officeDocument/2006/relationships" id="2147483652" r:id="Rcdab0370fc044d78"/>
    <p:sldLayoutId xmlns:r="http://schemas.openxmlformats.org/officeDocument/2006/relationships" id="2147483653" r:id="Rd80e8cbf69964578"/>
    <p:sldLayoutId xmlns:r="http://schemas.openxmlformats.org/officeDocument/2006/relationships" id="2147483654" r:id="R2411adcfa4c744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6f0401b7ac43b5" /><Relationship Type="http://schemas.openxmlformats.org/officeDocument/2006/relationships/notesSlide" Target="/ppt/notesSlides/notesSlide1.xml" Id="Rc24d8636e12b4e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1f4adb0b314f77" /><Relationship Type="http://schemas.openxmlformats.org/officeDocument/2006/relationships/notesSlide" Target="/ppt/notesSlides/notesSlide2.xml" Id="R4cb94e249a204d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77fd07f4ff44a5" /><Relationship Type="http://schemas.openxmlformats.org/officeDocument/2006/relationships/notesSlide" Target="/ppt/notesSlides/notesSlide3.xml" Id="R383fe2c1559949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394b33dd184ce2" /><Relationship Type="http://schemas.openxmlformats.org/officeDocument/2006/relationships/notesSlide" Target="/ppt/notesSlides/notesSlide4.xml" Id="Rca675b7bda9848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42c2aed6bc4c49" /><Relationship Type="http://schemas.openxmlformats.org/officeDocument/2006/relationships/notesSlide" Target="/ppt/notesSlides/notesSlide5.xml" Id="R00c6c9d763f24b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5eab4c19c54c61" /><Relationship Type="http://schemas.openxmlformats.org/officeDocument/2006/relationships/notesSlide" Target="/ppt/notesSlides/notesSlide6.xml" Id="R5c007978ad9a45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52964510414bbf" /><Relationship Type="http://schemas.openxmlformats.org/officeDocument/2006/relationships/notesSlide" Target="/ppt/notesSlides/notesSlide7.xml" Id="Ree9ac4836f3843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5F2A2-D676-4913-888D-37010B14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18521-7861-47DA-AB8B-5BE9F086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2D2BC-9A66-4D41-AAC9-97CF4044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Дедлайны Moodle и время студента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BF573-16D2-4C41-B613-B2FC6064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Сценарий: несколько работ на одной неделе, пары и другие обязательства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E5F77-886C-4829-B7AB-41869A7C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77267-C787-4162-89D0-91BC264C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7DA52D-2D16-4712-9C88-B78A9B23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6381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«С чего начать</a:t>
            </a:r>
          </a:p>
          <a:p xmlns:a="http://schemas.openxmlformats.org/drawingml/2006/main">
            <a: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и когда заниматься?»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471B2-B3B2-43D8-B9B4-C7916867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5750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Сроки уже есть в Moodle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C4114-A07A-4510-9ACF-D3D8527C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24250"/>
            <a:ext cx="381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Для плана ещё нужны</a:t>
            </a:r>
          </a:p>
          <a:p xmlns:a="http://schemas.openxmlformats.org/drawingml/2006/main">
            <a: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трудоёмкость заданий</a:t>
            </a:r>
          </a:p>
          <a:p xmlns:a="http://schemas.openxmlformats.org/drawingml/2006/main">
            <a: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и свободные интервалы.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EB673-94EB-421A-9BB9-D0D66CE9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Задача проекта: помочь собрать выполнимый учебный план.</a:t>
            </a:r>
          </a:p>
        </p:txBody>
      </p:sp>
    </p:spTree>
    <p:extLst>
      <p:ext uri="{BB962C8B-B14F-4D97-AF65-F5344CB8AC3E}">
        <p14:creationId xmlns:p14="http://schemas.microsoft.com/office/powerpoint/2010/main" val="1615903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A400C9-5612-4A79-AF97-2B972B53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575A9-E831-452F-BDAD-BEFD2586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909BC-D38D-47F7-8B60-34F7688A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Что делает CampusPulse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68796-5C73-41FC-A6F6-CBA7CA1C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Персональные сроки, сохранённое расписание и диалог в одном приложении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85491-386E-4616-8E21-25F79A1F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62B90-413E-4695-97FD-2C740BAC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06F66-EDFC-472E-A595-DDB72DA5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Данные студента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9229B-0463-4008-8FB6-8DEC4AAD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143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Дедлайны Moodle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Пары из PDF или скриншота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Минуты на задания и свободные окна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F8641-0783-4C35-B939-51D6316B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4914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Понятный результат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EB169-B7F8-425C-B0AF-8EFDFAE3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33775"/>
            <a:ext cx="49149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Предложенное расписание на 72 часа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Подтверждение точной версии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Calendar и независимая проверка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E06F5-AFBF-47DD-905A-EAC09F70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Новый UI проверен локально. Полный облачный цикл не подтверждён.</a:t>
            </a:r>
          </a:p>
        </p:txBody>
      </p:sp>
    </p:spTree>
    <p:extLst>
      <p:ext uri="{BB962C8B-B14F-4D97-AF65-F5344CB8AC3E}">
        <p14:creationId xmlns:p14="http://schemas.microsoft.com/office/powerpoint/2010/main" val="10029717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33C202-1F78-4D87-AFD4-DECC4946D62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3345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C9EA35-D8FB-4D21-9BEB-45C3B8951414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0866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DFD5B-CFC3-4AA7-8108-CDE5D675A4C8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8387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E7B87-2192-4BA3-AA37-9F9AA9B4289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908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D26859-055D-483A-BE0D-16BE2A45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FD60E-DF18-42D8-AB65-95CC8BA0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A8307-07BF-4028-A164-B10CB66A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Основной сценарий: план на 72 часа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ADD33-4258-403B-8D00-F7EFCAC1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Сначала студент проверяет распознанные пары, затем сохраняет время для заданий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32A68-53DE-444E-84D4-1EF51A3E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6F8227-1B64-454C-8E40-A2DB51F1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FFA93-EDDC-41AC-B0B0-468DE009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Moodle +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пары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BC88B-44B7-433E-AE5A-B8B8C0AC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Предложенное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расписание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0E351-8538-4ED2-994A-6555684F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7F8C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Подтвердить</a:t>
            </a:r>
          </a:p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версию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F2DC69-1C7C-4BB7-964C-A0B95A32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Запись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в Calendar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A2ED85-5DE7-47FE-ABE7-82A965BD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Независимая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проверка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58B601-466C-4900-8DDC-DC024FDD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Учебные блоки не пересекаются с парами. Согласие — на точную версию.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4C2FB0-56E9-47DD-A9A5-308401C0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Полный персональный сценарий в облаке пока не подтверждён.</a:t>
            </a:r>
          </a:p>
        </p:txBody>
      </p:sp>
    </p:spTree>
    <p:extLst>
      <p:ext uri="{BB962C8B-B14F-4D97-AF65-F5344CB8AC3E}">
        <p14:creationId xmlns:p14="http://schemas.microsoft.com/office/powerpoint/2010/main" val="1708481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FB8D3-337F-4260-AF79-A4C9010178F0}"/>
              </a:ext>
            </a:extLst>
          </p:cNvPr>
          <p:cNvCxnSpPr>
            <a:stCxn xmlns:a="http://schemas.openxmlformats.org/drawingml/2006/main" id="12" idx="0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7696200" y="3124200"/>
            <a:ext cx="2667000" cy="1066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1908">
            <a:solidFill>
              <a:srgbClr val="132238"/>
            </a:solidFill>
            <a:prstDash val="solid"/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FBB64-6A4F-4C04-859C-5D2E54489F56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43950" y="4667250"/>
            <a:ext cx="9334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dash"/>
            <a:tailEnd type="triangle" w="med" len="med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6B6046-018C-4438-9DF8-28A85B272F2E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715000" y="4667250"/>
            <a:ext cx="9334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FD6B02-B9DC-40C0-BB1D-3BFE7E24ED7C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4191000" y="3124200"/>
            <a:ext cx="238125" cy="1066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1908">
            <a:solidFill>
              <a:srgbClr val="4056BD"/>
            </a:solidFill>
            <a:prstDash val="dash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E98C4-5276-4901-8070-A269BC85D1A7}"/>
              </a:ext>
            </a:extLst>
          </p:cNvPr>
          <p:cNvCxnSpPr>
            <a:stCxn xmlns:a="http://schemas.openxmlformats.org/drawingml/2006/main" id="10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1466850" y="3124200"/>
            <a:ext cx="2724150" cy="1066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1908">
            <a:solidFill>
              <a:srgbClr val="132238"/>
            </a:solidFill>
            <a:prstDash val="solid"/>
            <a:tailEnd type="triangle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287F7-714C-4107-BB39-91B8CD3F12F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238750" y="2714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60304-7FD5-4BFC-BABF-FF3FC0EA071F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324100" y="27146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756E88-C40F-45A9-99A0-E1E442B8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29037-A626-421A-9B84-EFA4690A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7B08A4-985E-408E-892F-62C58EA7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Архитектура CampusPulse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87AA56-7496-487E-A8AF-30354C40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AFF6A-AB14-418F-A561-2FB7FC5D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BD78E-6C39-4FC7-A538-973D6CE6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71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Веб-</a:t>
            </a:r>
          </a:p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интерфейс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493377-CD1F-4C2F-9A3B-CAF61E29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05050"/>
            <a:ext cx="209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Cloud Run</a:t>
            </a:r>
          </a:p>
          <a:p xmlns:a="http://schemas.openxmlformats.org/drawingml/2006/main">
            <a: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FastAPI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69E5E-1F85-435A-97B4-A4B00156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05050"/>
            <a:ext cx="209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7F8C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Google ADK</a:t>
            </a:r>
          </a:p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Gemini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173AC-1C61-4816-908A-9719E465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05050"/>
            <a:ext cx="24384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Firestore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98382-2F93-4F36-8263-9966CE77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71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Moodle</a:t>
            </a:r>
          </a:p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iCalendar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05A65-D86A-4DAE-A45E-78447781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91000"/>
            <a:ext cx="2571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Agent Engine</a:t>
            </a:r>
          </a:p>
          <a:p xmlns:a="http://schemas.openxmlformats.org/drawingml/2006/main">
            <a: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Gemini через Vertex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F6E73-1938-43B5-A099-CF46F4A7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209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Приватный MCP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D4777-F6E2-49C7-8AFF-9E50807B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91000"/>
            <a:ext cx="1905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Google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Calendar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D9F79B-D52C-458D-9499-AFA5AE5B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66925"/>
            <a:ext cx="0" cy="238125"/>
          </a:xfrm>
          <a:prstGeom xmlns:a="http://schemas.openxmlformats.org/drawingml/2006/main" prst="line">
            <a:avLst/>
          </a:prstGeom>
          <a:ln xmlns:a="http://schemas.openxmlformats.org/drawingml/2006/main" w="21908">
            <a:solidFill>
              <a:srgbClr val="13223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94C2AE-4912-492D-A307-25FA48BF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66925"/>
            <a:ext cx="6172200" cy="0"/>
          </a:xfrm>
          <a:prstGeom xmlns:a="http://schemas.openxmlformats.org/drawingml/2006/main" prst="line">
            <a:avLst/>
          </a:prstGeom>
          <a:ln xmlns:a="http://schemas.openxmlformats.org/drawingml/2006/main" w="21908">
            <a:solidFill>
              <a:srgbClr val="132238"/>
            </a:solidFill>
          </a:ln>
        </p:spPr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094CB-05D1-495B-8CE9-8025DA42A6BD}"/>
              </a:ext>
            </a:extLst>
          </p:cNvPr>
          <p:cNvCxnSpPr/>
          <p:nvPr/>
        </p:nvCxnSpPr>
        <p:spPr>
          <a:xfrm xmlns:a="http://schemas.openxmlformats.org/drawingml/2006/main">
            <a:off x="10363200" y="2066925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132238"/>
            </a:solidFill>
            <a:tailEnd type="triangle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F9F6FC-D811-4A8C-A40D-E97EF383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Чат и распознавание файлов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47B202-53F5-4249-A95B-8A16107A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5149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Путь через Engine: новый study-agent читает; recovery пишет после согласия</a:t>
            </a:r>
          </a:p>
        </p:txBody>
      </p:sp>
    </p:spTree>
    <p:extLst>
      <p:ext uri="{BB962C8B-B14F-4D97-AF65-F5344CB8AC3E}">
        <p14:creationId xmlns:p14="http://schemas.microsoft.com/office/powerpoint/2010/main" val="14883785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539122-B819-4114-8709-134B3342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2203B-297C-4511-AE74-5E4EE8A2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F243B-7C43-451E-B190-ED857912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MCP и Function Calling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EFEBC-3B7A-4E37-960D-206E29BF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Модель выбирает инструмент. Сервер проверяет доступ, входные данные и согласие.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156F8-97D8-4E43-9455-EAE2A83A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7A354-B995-4ADC-9083-54639171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A8320-21B3-4B5C-B15B-056ACF467114}"/>
              </a:ext>
            </a:extLst>
          </p:cNvPr>
          <p:cNvGraphicFramePr/>
          <p:nvPr/>
        </p:nvGraphicFramePr>
        <p:xfrm>
          <a:off xmlns:a="http://schemas.openxmlformats.org/drawingml/2006/main" x="609600" y="2857500"/>
          <a:ext xmlns:a="http://schemas.openxmlformats.org/drawingml/2006/main" cx="10972800" cy="2628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6210300"/>
              </a:tblGrid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Механизм и инструмент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T w="9525">
                      <a:solidFill>
                        <a:srgbClr val="CED7DC"/>
                      </a:solidFill>
                      <a:prstDash val="solid"/>
                    </a:lnT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132238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Роль в сценарии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T w="9525">
                      <a:solidFill>
                        <a:srgbClr val="CED7DC"/>
                      </a:solidFill>
                      <a:prstDash val="solid"/>
                    </a:lnT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132238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read_assignments / read_schedule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Study-agent: задания и пары (только чтение)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read_calendar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Прочитать занятые интервалы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Function Calling  solve_repair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Рассчитать предложение плана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apply_plan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Применить согласованную версию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verify_plan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Перечитать результат и проверить запись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B0FB5-695F-4C1F-A4AA-0240AA7D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Recovery-инструменты apply/verify отделены от study-agent. Неясный результат записи не считается успехом.</a:t>
            </a:r>
          </a:p>
        </p:txBody>
      </p:sp>
    </p:spTree>
    <p:extLst>
      <p:ext uri="{BB962C8B-B14F-4D97-AF65-F5344CB8AC3E}">
        <p14:creationId xmlns:p14="http://schemas.microsoft.com/office/powerpoint/2010/main" val="19852234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3D7727-7B91-4BDE-AEA7-643609BE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DD44E2-E9D9-4F3B-B45D-3041DD1A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A29F3-0DD2-4AED-96AE-8479DE64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Agent Engine и облачный статус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6EB2E-57D7-4E54-BA18-7277531D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Handoff Мерея от 22 октября: ветка codex/pitch-agent-cloud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C45EFB-657F-46A0-93CD-45EB4EBF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DD6E6-A25A-40AE-A64C-0EE81F30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FB5BE-A36A-4E0B-8406-71801BF5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Реализовано в новой ветке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9EEB5-050B-494D-AFBA-596E095A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533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Чат → Agent Engine → приватный MCP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read_assignments и read_schedule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Фактический trace инструментов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574F9-0123-40D4-A376-0952B54C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Что ещё не подтверждено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E6060-5053-46E5-B4E4-08A9FA5A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49149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Приёмка опубликованного сайта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Распознавание реальных PDF / фото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Интеграция нашей UI-ветки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Запись Calendar и live verify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F60F9-3DFB-4EFC-8B0E-B992BA1C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Этот read-only релиз не включает recovery и запись в Calendar.</a:t>
            </a:r>
          </a:p>
        </p:txBody>
      </p:sp>
    </p:spTree>
    <p:extLst>
      <p:ext uri="{BB962C8B-B14F-4D97-AF65-F5344CB8AC3E}">
        <p14:creationId xmlns:p14="http://schemas.microsoft.com/office/powerpoint/2010/main" val="7886929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9D4D56-F52A-49B1-8478-A4B039DE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EE408-0666-4D9C-AFF5-DBAEDFFF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3350A-C458-48C5-A3A2-0428442C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Локальные результаты и границы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FC8C17-7E05-421C-98C6-B2B3CD2D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22 октября 2026: тестовые внешние сервисы, Firestore Emulator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5ACA8-5AD4-4E00-A374-A5786ED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5D847-DB42-48EA-AC55-041E8622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90744-6CDD-4595-85E8-39592337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2369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75F98-8FF9-4B17-A0EE-97E3E6B1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pytest-тестов прошли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0AEE8-9261-44C0-A78E-83564AD4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347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608A0-3DE9-467A-A37E-B967EBF1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62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offline recovery-проверок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074DC-EFA7-4BF7-B7C2-5E617D66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53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2D0BA4-71CB-4220-865D-35AAFE8F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62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voice loopback-проверки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25F2C-1220-4F6E-B1F0-BFD5556D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Без пропусков. В браузере: PDF → проверенные пары → расписание → verify.</a:t>
            </a:r>
          </a:p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Пара 22:00–22:20 исключена: учебный блок начинается в 22:30.</a:t>
            </a:r>
          </a:p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Качество Gemini OCR и запись в реальный Calendar ещё не подтверждены.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B921A-7FE6-4E5B-8FD7-0481BF3E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53075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Следующий критерий: два реальных пользователя проходят весь облачный цикл с согласованием, записью и независимой проверкой.</a:t>
            </a:r>
          </a:p>
        </p:txBody>
      </p:sp>
    </p:spTree>
    <p:extLst>
      <p:ext uri="{BB962C8B-B14F-4D97-AF65-F5344CB8AC3E}">
        <p14:creationId xmlns:p14="http://schemas.microsoft.com/office/powerpoint/2010/main" val="1062038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2026-10-21T20:12:47.3730000Z</dcterms:created>
  <dcterms:modified xsi:type="dcterms:W3CDTF">2026-10-21T20:12:47.3730000Z</dcterms:modified>
</coreProperties>
</file>